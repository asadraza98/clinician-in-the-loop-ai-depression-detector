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Catamaran"/>
      <p:regular r:id="rId28"/>
      <p:bold r:id="rId29"/>
    </p:embeddedFont>
    <p:embeddedFont>
      <p:font typeface="Anaheim"/>
      <p:regular r:id="rId30"/>
      <p:bold r:id="rId31"/>
    </p:embeddedFont>
    <p:embeddedFont>
      <p:font typeface="Bebas Neue"/>
      <p:regular r:id="rId32"/>
    </p:embeddedFont>
    <p:embeddedFont>
      <p:font typeface="Poppins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1F7816-1438-4ADC-AFBC-E47FF58D2FA3}">
  <a:tblStyle styleId="{571F7816-1438-4ADC-AFBC-E47FF58D2F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atamaran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atamara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naheim-bold.fntdata"/><Relationship Id="rId30" Type="http://schemas.openxmlformats.org/officeDocument/2006/relationships/font" Target="fonts/Anaheim-regular.fntdata"/><Relationship Id="rId11" Type="http://schemas.openxmlformats.org/officeDocument/2006/relationships/slide" Target="slides/slide6.xml"/><Relationship Id="rId33" Type="http://schemas.openxmlformats.org/officeDocument/2006/relationships/font" Target="fonts/PoppinsExtraBold-bold.fntdata"/><Relationship Id="rId10" Type="http://schemas.openxmlformats.org/officeDocument/2006/relationships/slide" Target="slides/slide5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oppinsExtra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15e3441ae7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15e3441ae7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0f9e629ec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10f9e629ec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10f9e629e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10f9e629e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63c73594b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b63c73594b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63c73594b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b63c73594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b63c73594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b63c73594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b63c73594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b63c73594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0f9e629e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0f9e629e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b63c73594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b63c73594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b63c73594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b63c73594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b63c73594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b63c73594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b63c73594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b63c73594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b63c73594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b63c73594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b63c73594b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b63c73594b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118d152111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118d152111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118898af3b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118898af3b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0f9e629ec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0f9e629ec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1ea0acc3c9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11ea0acc3c9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16884ce320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16884ce320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16884ce320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16884ce320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1ea0acc3c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11ea0acc3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165907ee6b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165907ee6b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6834276" y="-197562"/>
            <a:ext cx="2517267" cy="1482079"/>
          </a:xfrm>
          <a:custGeom>
            <a:rect b="b" l="l" r="r" t="t"/>
            <a:pathLst>
              <a:path extrusionOk="0" h="25563" w="43418">
                <a:moveTo>
                  <a:pt x="18972" y="1"/>
                </a:moveTo>
                <a:cubicBezTo>
                  <a:pt x="18007" y="1"/>
                  <a:pt x="17043" y="87"/>
                  <a:pt x="16095" y="260"/>
                </a:cubicBezTo>
                <a:cubicBezTo>
                  <a:pt x="13354" y="764"/>
                  <a:pt x="10793" y="1965"/>
                  <a:pt x="8098" y="2663"/>
                </a:cubicBezTo>
                <a:cubicBezTo>
                  <a:pt x="6905" y="2975"/>
                  <a:pt x="5642" y="3177"/>
                  <a:pt x="4401" y="3177"/>
                </a:cubicBezTo>
                <a:cubicBezTo>
                  <a:pt x="2841" y="3177"/>
                  <a:pt x="1314" y="2857"/>
                  <a:pt x="0" y="2034"/>
                </a:cubicBezTo>
                <a:lnTo>
                  <a:pt x="0" y="25562"/>
                </a:lnTo>
                <a:lnTo>
                  <a:pt x="43101" y="25562"/>
                </a:lnTo>
                <a:cubicBezTo>
                  <a:pt x="43417" y="23933"/>
                  <a:pt x="42437" y="22318"/>
                  <a:pt x="41236" y="21173"/>
                </a:cubicBezTo>
                <a:cubicBezTo>
                  <a:pt x="40035" y="20031"/>
                  <a:pt x="38573" y="19162"/>
                  <a:pt x="37488" y="17908"/>
                </a:cubicBezTo>
                <a:cubicBezTo>
                  <a:pt x="35516" y="15641"/>
                  <a:pt x="35039" y="12479"/>
                  <a:pt x="33845" y="9721"/>
                </a:cubicBezTo>
                <a:cubicBezTo>
                  <a:pt x="32400" y="6404"/>
                  <a:pt x="29807" y="3600"/>
                  <a:pt x="26615" y="1899"/>
                </a:cubicBezTo>
                <a:cubicBezTo>
                  <a:pt x="24274" y="649"/>
                  <a:pt x="21622" y="1"/>
                  <a:pt x="189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7249221" y="-197560"/>
            <a:ext cx="2102322" cy="754693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6505713" y="-268000"/>
            <a:ext cx="3051580" cy="1846768"/>
          </a:xfrm>
          <a:custGeom>
            <a:rect b="b" l="l" r="r" t="t"/>
            <a:pathLst>
              <a:path extrusionOk="0" h="75726" w="128312">
                <a:moveTo>
                  <a:pt x="0" y="0"/>
                </a:moveTo>
                <a:cubicBezTo>
                  <a:pt x="3478" y="8110"/>
                  <a:pt x="15449" y="11814"/>
                  <a:pt x="24205" y="10719"/>
                </a:cubicBezTo>
                <a:cubicBezTo>
                  <a:pt x="32250" y="9713"/>
                  <a:pt x="39768" y="6086"/>
                  <a:pt x="47718" y="4495"/>
                </a:cubicBezTo>
                <a:cubicBezTo>
                  <a:pt x="54910" y="3056"/>
                  <a:pt x="62450" y="5590"/>
                  <a:pt x="69502" y="7607"/>
                </a:cubicBezTo>
                <a:cubicBezTo>
                  <a:pt x="80015" y="10613"/>
                  <a:pt x="90849" y="16902"/>
                  <a:pt x="96473" y="26279"/>
                </a:cubicBezTo>
                <a:cubicBezTo>
                  <a:pt x="100080" y="32292"/>
                  <a:pt x="100275" y="40580"/>
                  <a:pt x="105464" y="45297"/>
                </a:cubicBezTo>
                <a:cubicBezTo>
                  <a:pt x="114694" y="53688"/>
                  <a:pt x="132827" y="64569"/>
                  <a:pt x="127248" y="7572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2" name="Google Shape;12;p2"/>
          <p:cNvSpPr/>
          <p:nvPr/>
        </p:nvSpPr>
        <p:spPr>
          <a:xfrm>
            <a:off x="1166753" y="304038"/>
            <a:ext cx="1400879" cy="442589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487147" y="234863"/>
            <a:ext cx="2380557" cy="765410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37325" y="3904825"/>
            <a:ext cx="4038600" cy="1559215"/>
            <a:chOff x="-82675" y="3662775"/>
            <a:chExt cx="4038600" cy="1559215"/>
          </a:xfrm>
        </p:grpSpPr>
        <p:sp>
          <p:nvSpPr>
            <p:cNvPr id="15" name="Google Shape;15;p2"/>
            <p:cNvSpPr/>
            <p:nvPr/>
          </p:nvSpPr>
          <p:spPr>
            <a:xfrm>
              <a:off x="-49826" y="3775743"/>
              <a:ext cx="3945517" cy="1446246"/>
            </a:xfrm>
            <a:custGeom>
              <a:rect b="b" l="l" r="r" t="t"/>
              <a:pathLst>
                <a:path extrusionOk="0" h="24039" w="65581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" name="Google Shape;16;p2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rect b="b" l="l" r="r" t="t"/>
                <a:pathLst>
                  <a:path extrusionOk="0" fill="none" h="982" w="1689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rect b="b" l="l" r="r" t="t"/>
                <a:pathLst>
                  <a:path extrusionOk="0" fill="none" h="403" w="439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rect b="b" l="l" r="r" t="t"/>
                <a:pathLst>
                  <a:path extrusionOk="0" fill="none" h="880" w="5086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rect b="b" l="l" r="r" t="t"/>
                <a:pathLst>
                  <a:path extrusionOk="0" fill="none" h="301" w="468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rect b="b" l="l" r="r" t="t"/>
                <a:pathLst>
                  <a:path extrusionOk="0" fill="none" h="1275" w="217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rect b="b" l="l" r="r" t="t"/>
                <a:pathLst>
                  <a:path extrusionOk="0" fill="none" h="347" w="448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rect b="b" l="l" r="r" t="t"/>
                <a:pathLst>
                  <a:path extrusionOk="0" fill="none" h="1689" w="2025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rect b="b" l="l" r="r" t="t"/>
                <a:pathLst>
                  <a:path extrusionOk="0" fill="none" h="402" w="439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rect b="b" l="l" r="r" t="t"/>
                <a:pathLst>
                  <a:path extrusionOk="0" fill="none" h="251" w="564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rect b="b" l="l" r="r" t="t"/>
                <a:pathLst>
                  <a:path extrusionOk="0" fill="none" h="880" w="5085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rect b="b" l="l" r="r" t="t"/>
                <a:pathLst>
                  <a:path extrusionOk="0" fill="none" h="301" w="472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rect b="b" l="l" r="r" t="t"/>
                <a:pathLst>
                  <a:path extrusionOk="0" fill="none" h="1409" w="4308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rect b="b" l="l" r="r" t="t"/>
                <a:pathLst>
                  <a:path extrusionOk="0" fill="none" h="271" w="531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rect b="b" l="l" r="r" t="t"/>
                <a:pathLst>
                  <a:path extrusionOk="0" fill="none" h="735" w="2064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rect b="b" l="l" r="r" t="t"/>
                <a:pathLst>
                  <a:path extrusionOk="0" fill="none" h="339" w="442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rect b="b" l="l" r="r" t="t"/>
                <a:pathLst>
                  <a:path extrusionOk="0" fill="none" h="1778" w="2064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rect b="b" l="l" r="r" t="t"/>
                <a:pathLst>
                  <a:path extrusionOk="0" fill="none" h="399" w="439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rect b="b" l="l" r="r" t="t"/>
                <a:pathLst>
                  <a:path extrusionOk="0" fill="none" h="882" w="5086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rect b="b" l="l" r="r" t="t"/>
                <a:pathLst>
                  <a:path extrusionOk="0" fill="none" h="304" w="471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rect b="b" l="l" r="r" t="t"/>
                <a:pathLst>
                  <a:path extrusionOk="0" fill="none" h="1406" w="4309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rect b="b" l="l" r="r" t="t"/>
                <a:pathLst>
                  <a:path extrusionOk="0" fill="none" h="274" w="531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rect b="b" l="l" r="r" t="t"/>
                <a:pathLst>
                  <a:path extrusionOk="0" fill="none" h="748" w="4338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rect b="b" l="l" r="r" t="t"/>
                <a:pathLst>
                  <a:path extrusionOk="0" fill="none" h="248" w="251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-50428" y="4184549"/>
              <a:ext cx="2975637" cy="1036841"/>
            </a:xfrm>
            <a:custGeom>
              <a:rect b="b" l="l" r="r" t="t"/>
              <a:pathLst>
                <a:path extrusionOk="0" h="17234" w="4946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>
            <a:off x="-174725" y="1486775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 rot="4562313">
            <a:off x="8813598" y="3088475"/>
            <a:ext cx="398739" cy="409499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 rot="6941015">
            <a:off x="4515950" y="-127557"/>
            <a:ext cx="517581" cy="57611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 rot="4562439">
            <a:off x="4462323" y="428768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>
            <p:ph type="ctrTitle"/>
          </p:nvPr>
        </p:nvSpPr>
        <p:spPr>
          <a:xfrm>
            <a:off x="715100" y="1677450"/>
            <a:ext cx="6102900" cy="16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1" name="Google Shape;51;p2"/>
          <p:cNvSpPr txBox="1"/>
          <p:nvPr>
            <p:ph idx="1" type="subTitle"/>
          </p:nvPr>
        </p:nvSpPr>
        <p:spPr>
          <a:xfrm>
            <a:off x="715100" y="3389700"/>
            <a:ext cx="4359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6267275" y="-225300"/>
            <a:ext cx="3361386" cy="1007041"/>
          </a:xfrm>
          <a:custGeom>
            <a:rect b="b" l="l" r="r" t="t"/>
            <a:pathLst>
              <a:path extrusionOk="0" h="15168" w="50629">
                <a:moveTo>
                  <a:pt x="1" y="1"/>
                </a:moveTo>
                <a:lnTo>
                  <a:pt x="1" y="40"/>
                </a:lnTo>
                <a:cubicBezTo>
                  <a:pt x="1" y="1406"/>
                  <a:pt x="919" y="2597"/>
                  <a:pt x="2229" y="2966"/>
                </a:cubicBezTo>
                <a:cubicBezTo>
                  <a:pt x="3591" y="3354"/>
                  <a:pt x="4851" y="4259"/>
                  <a:pt x="5809" y="5332"/>
                </a:cubicBezTo>
                <a:cubicBezTo>
                  <a:pt x="7273" y="6977"/>
                  <a:pt x="8218" y="9007"/>
                  <a:pt x="9429" y="10850"/>
                </a:cubicBezTo>
                <a:cubicBezTo>
                  <a:pt x="10636" y="12693"/>
                  <a:pt x="12259" y="14437"/>
                  <a:pt x="14388" y="14980"/>
                </a:cubicBezTo>
                <a:cubicBezTo>
                  <a:pt x="14895" y="15110"/>
                  <a:pt x="15404" y="15167"/>
                  <a:pt x="15913" y="15167"/>
                </a:cubicBezTo>
                <a:cubicBezTo>
                  <a:pt x="18049" y="15167"/>
                  <a:pt x="20188" y="14161"/>
                  <a:pt x="22196" y="13279"/>
                </a:cubicBezTo>
                <a:cubicBezTo>
                  <a:pt x="24266" y="12368"/>
                  <a:pt x="26516" y="11558"/>
                  <a:pt x="28739" y="11558"/>
                </a:cubicBezTo>
                <a:cubicBezTo>
                  <a:pt x="29439" y="11558"/>
                  <a:pt x="30137" y="11638"/>
                  <a:pt x="30825" y="11821"/>
                </a:cubicBezTo>
                <a:cubicBezTo>
                  <a:pt x="32910" y="12376"/>
                  <a:pt x="34791" y="13847"/>
                  <a:pt x="36921" y="13847"/>
                </a:cubicBezTo>
                <a:cubicBezTo>
                  <a:pt x="36999" y="13847"/>
                  <a:pt x="37077" y="13845"/>
                  <a:pt x="37156" y="13841"/>
                </a:cubicBezTo>
                <a:cubicBezTo>
                  <a:pt x="39002" y="13746"/>
                  <a:pt x="40591" y="12505"/>
                  <a:pt x="41816" y="11123"/>
                </a:cubicBezTo>
                <a:cubicBezTo>
                  <a:pt x="43043" y="9741"/>
                  <a:pt x="44060" y="8152"/>
                  <a:pt x="45485" y="6977"/>
                </a:cubicBezTo>
                <a:cubicBezTo>
                  <a:pt x="45893" y="6638"/>
                  <a:pt x="46350" y="6342"/>
                  <a:pt x="46834" y="6108"/>
                </a:cubicBezTo>
                <a:cubicBezTo>
                  <a:pt x="49144" y="4980"/>
                  <a:pt x="50628" y="2660"/>
                  <a:pt x="50628" y="90"/>
                </a:cubicBezTo>
                <a:lnTo>
                  <a:pt x="5062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771153" y="-358575"/>
            <a:ext cx="2434495" cy="729353"/>
          </a:xfrm>
          <a:custGeom>
            <a:rect b="b" l="l" r="r" t="t"/>
            <a:pathLst>
              <a:path extrusionOk="0" h="15168" w="50629">
                <a:moveTo>
                  <a:pt x="1" y="1"/>
                </a:moveTo>
                <a:lnTo>
                  <a:pt x="1" y="40"/>
                </a:lnTo>
                <a:cubicBezTo>
                  <a:pt x="1" y="1406"/>
                  <a:pt x="919" y="2597"/>
                  <a:pt x="2229" y="2966"/>
                </a:cubicBezTo>
                <a:cubicBezTo>
                  <a:pt x="3591" y="3354"/>
                  <a:pt x="4851" y="4259"/>
                  <a:pt x="5809" y="5332"/>
                </a:cubicBezTo>
                <a:cubicBezTo>
                  <a:pt x="7273" y="6977"/>
                  <a:pt x="8218" y="9007"/>
                  <a:pt x="9429" y="10850"/>
                </a:cubicBezTo>
                <a:cubicBezTo>
                  <a:pt x="10636" y="12693"/>
                  <a:pt x="12259" y="14437"/>
                  <a:pt x="14388" y="14980"/>
                </a:cubicBezTo>
                <a:cubicBezTo>
                  <a:pt x="14895" y="15110"/>
                  <a:pt x="15404" y="15167"/>
                  <a:pt x="15913" y="15167"/>
                </a:cubicBezTo>
                <a:cubicBezTo>
                  <a:pt x="18049" y="15167"/>
                  <a:pt x="20188" y="14161"/>
                  <a:pt x="22196" y="13279"/>
                </a:cubicBezTo>
                <a:cubicBezTo>
                  <a:pt x="24266" y="12368"/>
                  <a:pt x="26516" y="11558"/>
                  <a:pt x="28739" y="11558"/>
                </a:cubicBezTo>
                <a:cubicBezTo>
                  <a:pt x="29439" y="11558"/>
                  <a:pt x="30137" y="11638"/>
                  <a:pt x="30825" y="11821"/>
                </a:cubicBezTo>
                <a:cubicBezTo>
                  <a:pt x="32910" y="12376"/>
                  <a:pt x="34791" y="13847"/>
                  <a:pt x="36921" y="13847"/>
                </a:cubicBezTo>
                <a:cubicBezTo>
                  <a:pt x="36999" y="13847"/>
                  <a:pt x="37077" y="13845"/>
                  <a:pt x="37156" y="13841"/>
                </a:cubicBezTo>
                <a:cubicBezTo>
                  <a:pt x="39002" y="13746"/>
                  <a:pt x="40591" y="12505"/>
                  <a:pt x="41816" y="11123"/>
                </a:cubicBezTo>
                <a:cubicBezTo>
                  <a:pt x="43043" y="9741"/>
                  <a:pt x="44060" y="8152"/>
                  <a:pt x="45485" y="6977"/>
                </a:cubicBezTo>
                <a:cubicBezTo>
                  <a:pt x="45893" y="6638"/>
                  <a:pt x="46350" y="6342"/>
                  <a:pt x="46834" y="6108"/>
                </a:cubicBezTo>
                <a:cubicBezTo>
                  <a:pt x="49144" y="4980"/>
                  <a:pt x="50628" y="2660"/>
                  <a:pt x="50628" y="90"/>
                </a:cubicBezTo>
                <a:lnTo>
                  <a:pt x="5062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126225" y="-455250"/>
            <a:ext cx="4590028" cy="1494225"/>
          </a:xfrm>
          <a:custGeom>
            <a:rect b="b" l="l" r="r" t="t"/>
            <a:pathLst>
              <a:path extrusionOk="0" h="65738" w="201937">
                <a:moveTo>
                  <a:pt x="201937" y="35615"/>
                </a:moveTo>
                <a:cubicBezTo>
                  <a:pt x="198708" y="35615"/>
                  <a:pt x="196506" y="39131"/>
                  <a:pt x="193984" y="41148"/>
                </a:cubicBezTo>
                <a:cubicBezTo>
                  <a:pt x="186642" y="47020"/>
                  <a:pt x="181465" y="56504"/>
                  <a:pt x="172545" y="59474"/>
                </a:cubicBezTo>
                <a:cubicBezTo>
                  <a:pt x="168014" y="60983"/>
                  <a:pt x="162933" y="62953"/>
                  <a:pt x="158368" y="61549"/>
                </a:cubicBezTo>
                <a:cubicBezTo>
                  <a:pt x="149440" y="58802"/>
                  <a:pt x="140556" y="52109"/>
                  <a:pt x="131397" y="53942"/>
                </a:cubicBezTo>
                <a:cubicBezTo>
                  <a:pt x="122745" y="55673"/>
                  <a:pt x="115204" y="61480"/>
                  <a:pt x="106501" y="62932"/>
                </a:cubicBezTo>
                <a:cubicBezTo>
                  <a:pt x="103109" y="63498"/>
                  <a:pt x="99642" y="66688"/>
                  <a:pt x="96473" y="65353"/>
                </a:cubicBezTo>
                <a:cubicBezTo>
                  <a:pt x="89537" y="62432"/>
                  <a:pt x="81740" y="60301"/>
                  <a:pt x="76418" y="54979"/>
                </a:cubicBezTo>
                <a:cubicBezTo>
                  <a:pt x="68107" y="46668"/>
                  <a:pt x="61828" y="36351"/>
                  <a:pt x="52905" y="28700"/>
                </a:cubicBezTo>
                <a:cubicBezTo>
                  <a:pt x="42025" y="19371"/>
                  <a:pt x="28981" y="12809"/>
                  <a:pt x="16252" y="6224"/>
                </a:cubicBezTo>
                <a:cubicBezTo>
                  <a:pt x="11100" y="3559"/>
                  <a:pt x="5801" y="0"/>
                  <a:pt x="0" y="0"/>
                </a:cubicBezTo>
              </a:path>
            </a:pathLst>
          </a:cu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6" name="Google Shape;56;p3"/>
          <p:cNvSpPr/>
          <p:nvPr/>
        </p:nvSpPr>
        <p:spPr>
          <a:xfrm>
            <a:off x="8043917" y="4158778"/>
            <a:ext cx="769971" cy="790804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 rot="815924">
            <a:off x="-200251" y="1272566"/>
            <a:ext cx="671557" cy="689601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 rot="-10071666">
            <a:off x="1426533" y="-373826"/>
            <a:ext cx="739856" cy="75983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 txBox="1"/>
          <p:nvPr>
            <p:ph type="title"/>
          </p:nvPr>
        </p:nvSpPr>
        <p:spPr>
          <a:xfrm>
            <a:off x="4650750" y="2290375"/>
            <a:ext cx="3778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3"/>
          <p:cNvSpPr txBox="1"/>
          <p:nvPr>
            <p:ph hasCustomPrompt="1" idx="2" type="title"/>
          </p:nvPr>
        </p:nvSpPr>
        <p:spPr>
          <a:xfrm>
            <a:off x="6546400" y="1294950"/>
            <a:ext cx="1882500" cy="1185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i="1" sz="7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1" name="Google Shape;61;p3"/>
          <p:cNvSpPr txBox="1"/>
          <p:nvPr>
            <p:ph idx="1" type="subTitle"/>
          </p:nvPr>
        </p:nvSpPr>
        <p:spPr>
          <a:xfrm>
            <a:off x="4650750" y="3132175"/>
            <a:ext cx="37782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4"/>
          <p:cNvGrpSpPr/>
          <p:nvPr/>
        </p:nvGrpSpPr>
        <p:grpSpPr>
          <a:xfrm>
            <a:off x="-837652" y="-229602"/>
            <a:ext cx="2657070" cy="851052"/>
            <a:chOff x="-837652" y="-229602"/>
            <a:chExt cx="2657070" cy="851052"/>
          </a:xfrm>
        </p:grpSpPr>
        <p:sp>
          <p:nvSpPr>
            <p:cNvPr id="64" name="Google Shape;64;p4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4"/>
          <p:cNvSpPr/>
          <p:nvPr/>
        </p:nvSpPr>
        <p:spPr>
          <a:xfrm>
            <a:off x="8551266" y="114937"/>
            <a:ext cx="1156271" cy="442041"/>
          </a:xfrm>
          <a:custGeom>
            <a:rect b="b" l="l" r="r" t="t"/>
            <a:pathLst>
              <a:path extrusionOk="0" h="4747" w="12417">
                <a:moveTo>
                  <a:pt x="5911" y="1"/>
                </a:moveTo>
                <a:cubicBezTo>
                  <a:pt x="4785" y="1"/>
                  <a:pt x="3675" y="796"/>
                  <a:pt x="3077" y="2493"/>
                </a:cubicBezTo>
                <a:cubicBezTo>
                  <a:pt x="2760" y="2367"/>
                  <a:pt x="2456" y="2309"/>
                  <a:pt x="2171" y="2309"/>
                </a:cubicBezTo>
                <a:cubicBezTo>
                  <a:pt x="951" y="2309"/>
                  <a:pt x="83" y="3375"/>
                  <a:pt x="0" y="4747"/>
                </a:cubicBezTo>
                <a:lnTo>
                  <a:pt x="12416" y="4747"/>
                </a:lnTo>
                <a:cubicBezTo>
                  <a:pt x="12075" y="3722"/>
                  <a:pt x="10887" y="2645"/>
                  <a:pt x="9774" y="2645"/>
                </a:cubicBezTo>
                <a:cubicBezTo>
                  <a:pt x="9525" y="2645"/>
                  <a:pt x="9281" y="2698"/>
                  <a:pt x="9050" y="2818"/>
                </a:cubicBezTo>
                <a:cubicBezTo>
                  <a:pt x="8441" y="989"/>
                  <a:pt x="7166" y="1"/>
                  <a:pt x="591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 rot="4500044">
            <a:off x="-1087454" y="4194346"/>
            <a:ext cx="2657037" cy="672833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7347469" y="4511875"/>
            <a:ext cx="1874331" cy="672849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 flipH="1">
            <a:off x="7626415" y="4733080"/>
            <a:ext cx="1595393" cy="572715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235475" y="4391383"/>
            <a:ext cx="2299450" cy="812625"/>
          </a:xfrm>
          <a:custGeom>
            <a:rect b="b" l="l" r="r" t="t"/>
            <a:pathLst>
              <a:path extrusionOk="0" h="32505" w="91978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2" name="Google Shape;72;p4"/>
          <p:cNvSpPr/>
          <p:nvPr/>
        </p:nvSpPr>
        <p:spPr>
          <a:xfrm rot="4562313">
            <a:off x="8964948" y="3477225"/>
            <a:ext cx="398739" cy="409499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 rot="4562459">
            <a:off x="7065631" y="-256544"/>
            <a:ext cx="564986" cy="58020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 rot="6940965">
            <a:off x="-229486" y="938756"/>
            <a:ext cx="595971" cy="61207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 rot="4562436">
            <a:off x="3242001" y="4746791"/>
            <a:ext cx="812145" cy="83403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720000" y="1085038"/>
            <a:ext cx="7704000" cy="3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idx="1" type="subTitle"/>
          </p:nvPr>
        </p:nvSpPr>
        <p:spPr>
          <a:xfrm>
            <a:off x="713225" y="1142925"/>
            <a:ext cx="3538800" cy="3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" type="subTitle"/>
          </p:nvPr>
        </p:nvSpPr>
        <p:spPr>
          <a:xfrm>
            <a:off x="4724625" y="1143025"/>
            <a:ext cx="3538800" cy="3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2" name="Google Shape;82;p5"/>
          <p:cNvGrpSpPr/>
          <p:nvPr/>
        </p:nvGrpSpPr>
        <p:grpSpPr>
          <a:xfrm>
            <a:off x="-804065" y="-311552"/>
            <a:ext cx="2657070" cy="851052"/>
            <a:chOff x="-700590" y="-229602"/>
            <a:chExt cx="2657070" cy="851052"/>
          </a:xfrm>
        </p:grpSpPr>
        <p:sp>
          <p:nvSpPr>
            <p:cNvPr id="83" name="Google Shape;83;p5"/>
            <p:cNvSpPr/>
            <p:nvPr/>
          </p:nvSpPr>
          <p:spPr>
            <a:xfrm rot="10800000">
              <a:off x="-671457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 rot="10800000">
              <a:off x="-700590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 rot="10800000">
              <a:off x="-489500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5"/>
          <p:cNvSpPr/>
          <p:nvPr/>
        </p:nvSpPr>
        <p:spPr>
          <a:xfrm rot="4500044">
            <a:off x="-1122954" y="4194346"/>
            <a:ext cx="2657037" cy="672833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 rot="4562313">
            <a:off x="8630011" y="3133413"/>
            <a:ext cx="398739" cy="409499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 rot="4562459">
            <a:off x="-164994" y="1867731"/>
            <a:ext cx="564986" cy="58020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 rot="6940965">
            <a:off x="2106501" y="4828206"/>
            <a:ext cx="595971" cy="61207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 rot="4562436">
            <a:off x="8763264" y="1031516"/>
            <a:ext cx="812145" cy="83403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5"/>
          <p:cNvGrpSpPr/>
          <p:nvPr/>
        </p:nvGrpSpPr>
        <p:grpSpPr>
          <a:xfrm>
            <a:off x="7372538" y="4391383"/>
            <a:ext cx="2299450" cy="914413"/>
            <a:chOff x="7372538" y="4391383"/>
            <a:chExt cx="2299450" cy="914413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7484531" y="4511875"/>
              <a:ext cx="1874331" cy="672849"/>
            </a:xfrm>
            <a:custGeom>
              <a:rect b="b" l="l" r="r" t="t"/>
              <a:pathLst>
                <a:path extrusionOk="0" h="13017" w="36261">
                  <a:moveTo>
                    <a:pt x="8384" y="1"/>
                  </a:moveTo>
                  <a:cubicBezTo>
                    <a:pt x="5020" y="1"/>
                    <a:pt x="1613" y="1793"/>
                    <a:pt x="0" y="4777"/>
                  </a:cubicBezTo>
                  <a:lnTo>
                    <a:pt x="0" y="13016"/>
                  </a:lnTo>
                  <a:lnTo>
                    <a:pt x="36260" y="13016"/>
                  </a:lnTo>
                  <a:cubicBezTo>
                    <a:pt x="35829" y="11269"/>
                    <a:pt x="35039" y="9574"/>
                    <a:pt x="33769" y="8304"/>
                  </a:cubicBezTo>
                  <a:cubicBezTo>
                    <a:pt x="32596" y="7128"/>
                    <a:pt x="30983" y="6352"/>
                    <a:pt x="29334" y="6352"/>
                  </a:cubicBezTo>
                  <a:cubicBezTo>
                    <a:pt x="29193" y="6352"/>
                    <a:pt x="29051" y="6357"/>
                    <a:pt x="28909" y="6369"/>
                  </a:cubicBezTo>
                  <a:cubicBezTo>
                    <a:pt x="26422" y="6575"/>
                    <a:pt x="24149" y="8522"/>
                    <a:pt x="21765" y="8522"/>
                  </a:cubicBezTo>
                  <a:cubicBezTo>
                    <a:pt x="21442" y="8522"/>
                    <a:pt x="21118" y="8487"/>
                    <a:pt x="20791" y="8406"/>
                  </a:cubicBezTo>
                  <a:cubicBezTo>
                    <a:pt x="18744" y="7903"/>
                    <a:pt x="17543" y="5862"/>
                    <a:pt x="16226" y="4217"/>
                  </a:cubicBezTo>
                  <a:cubicBezTo>
                    <a:pt x="15098" y="2809"/>
                    <a:pt x="13722" y="1575"/>
                    <a:pt x="12087" y="805"/>
                  </a:cubicBezTo>
                  <a:cubicBezTo>
                    <a:pt x="10925" y="258"/>
                    <a:pt x="9658" y="1"/>
                    <a:pt x="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 flipH="1">
              <a:off x="7763478" y="4733080"/>
              <a:ext cx="1595393" cy="572715"/>
            </a:xfrm>
            <a:custGeom>
              <a:rect b="b" l="l" r="r" t="t"/>
              <a:pathLst>
                <a:path extrusionOk="0" h="13017" w="36261">
                  <a:moveTo>
                    <a:pt x="8384" y="1"/>
                  </a:moveTo>
                  <a:cubicBezTo>
                    <a:pt x="5020" y="1"/>
                    <a:pt x="1613" y="1793"/>
                    <a:pt x="0" y="4777"/>
                  </a:cubicBezTo>
                  <a:lnTo>
                    <a:pt x="0" y="13016"/>
                  </a:lnTo>
                  <a:lnTo>
                    <a:pt x="36260" y="13016"/>
                  </a:lnTo>
                  <a:cubicBezTo>
                    <a:pt x="35829" y="11269"/>
                    <a:pt x="35039" y="9574"/>
                    <a:pt x="33769" y="8304"/>
                  </a:cubicBezTo>
                  <a:cubicBezTo>
                    <a:pt x="32596" y="7128"/>
                    <a:pt x="30983" y="6352"/>
                    <a:pt x="29334" y="6352"/>
                  </a:cubicBezTo>
                  <a:cubicBezTo>
                    <a:pt x="29193" y="6352"/>
                    <a:pt x="29051" y="6357"/>
                    <a:pt x="28909" y="6369"/>
                  </a:cubicBezTo>
                  <a:cubicBezTo>
                    <a:pt x="26422" y="6575"/>
                    <a:pt x="24149" y="8522"/>
                    <a:pt x="21765" y="8522"/>
                  </a:cubicBezTo>
                  <a:cubicBezTo>
                    <a:pt x="21442" y="8522"/>
                    <a:pt x="21118" y="8487"/>
                    <a:pt x="20791" y="8406"/>
                  </a:cubicBezTo>
                  <a:cubicBezTo>
                    <a:pt x="18744" y="7903"/>
                    <a:pt x="17543" y="5862"/>
                    <a:pt x="16226" y="4217"/>
                  </a:cubicBezTo>
                  <a:cubicBezTo>
                    <a:pt x="15098" y="2809"/>
                    <a:pt x="13722" y="1575"/>
                    <a:pt x="12087" y="805"/>
                  </a:cubicBezTo>
                  <a:cubicBezTo>
                    <a:pt x="10925" y="258"/>
                    <a:pt x="9658" y="1"/>
                    <a:pt x="8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372538" y="4391383"/>
              <a:ext cx="2299450" cy="812625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6"/>
          <p:cNvSpPr/>
          <p:nvPr/>
        </p:nvSpPr>
        <p:spPr>
          <a:xfrm flipH="1" rot="10800000">
            <a:off x="7469582" y="-68956"/>
            <a:ext cx="2348644" cy="582097"/>
          </a:xfrm>
          <a:custGeom>
            <a:rect b="b" l="l" r="r" t="t"/>
            <a:pathLst>
              <a:path extrusionOk="0" h="18219" w="73510">
                <a:moveTo>
                  <a:pt x="33837" y="0"/>
                </a:moveTo>
                <a:cubicBezTo>
                  <a:pt x="33373" y="0"/>
                  <a:pt x="32909" y="37"/>
                  <a:pt x="32453" y="113"/>
                </a:cubicBezTo>
                <a:cubicBezTo>
                  <a:pt x="28682" y="745"/>
                  <a:pt x="25536" y="3598"/>
                  <a:pt x="23848" y="7017"/>
                </a:cubicBezTo>
                <a:cubicBezTo>
                  <a:pt x="22703" y="6042"/>
                  <a:pt x="21010" y="5499"/>
                  <a:pt x="19412" y="5499"/>
                </a:cubicBezTo>
                <a:cubicBezTo>
                  <a:pt x="18874" y="5499"/>
                  <a:pt x="18347" y="5560"/>
                  <a:pt x="17855" y="5688"/>
                </a:cubicBezTo>
                <a:cubicBezTo>
                  <a:pt x="15907" y="6195"/>
                  <a:pt x="14249" y="7695"/>
                  <a:pt x="13558" y="9581"/>
                </a:cubicBezTo>
                <a:cubicBezTo>
                  <a:pt x="12316" y="8874"/>
                  <a:pt x="10862" y="8547"/>
                  <a:pt x="9393" y="8547"/>
                </a:cubicBezTo>
                <a:cubicBezTo>
                  <a:pt x="7832" y="8547"/>
                  <a:pt x="6253" y="8916"/>
                  <a:pt x="4893" y="9591"/>
                </a:cubicBezTo>
                <a:cubicBezTo>
                  <a:pt x="4235" y="9920"/>
                  <a:pt x="3623" y="10331"/>
                  <a:pt x="3067" y="10815"/>
                </a:cubicBezTo>
                <a:cubicBezTo>
                  <a:pt x="1093" y="12529"/>
                  <a:pt x="0" y="15043"/>
                  <a:pt x="0" y="17653"/>
                </a:cubicBezTo>
                <a:lnTo>
                  <a:pt x="0" y="18219"/>
                </a:lnTo>
                <a:lnTo>
                  <a:pt x="73504" y="18206"/>
                </a:lnTo>
                <a:lnTo>
                  <a:pt x="73504" y="18199"/>
                </a:lnTo>
                <a:cubicBezTo>
                  <a:pt x="73510" y="16394"/>
                  <a:pt x="72034" y="15002"/>
                  <a:pt x="70332" y="15002"/>
                </a:cubicBezTo>
                <a:cubicBezTo>
                  <a:pt x="70061" y="15002"/>
                  <a:pt x="69784" y="15038"/>
                  <a:pt x="69506" y="15112"/>
                </a:cubicBezTo>
                <a:cubicBezTo>
                  <a:pt x="69496" y="15116"/>
                  <a:pt x="69483" y="15119"/>
                  <a:pt x="69467" y="15126"/>
                </a:cubicBezTo>
                <a:cubicBezTo>
                  <a:pt x="68812" y="11144"/>
                  <a:pt x="65620" y="7695"/>
                  <a:pt x="61687" y="6724"/>
                </a:cubicBezTo>
                <a:cubicBezTo>
                  <a:pt x="60907" y="6532"/>
                  <a:pt x="60107" y="6439"/>
                  <a:pt x="59307" y="6439"/>
                </a:cubicBezTo>
                <a:cubicBezTo>
                  <a:pt x="56072" y="6439"/>
                  <a:pt x="52831" y="7955"/>
                  <a:pt x="50871" y="10535"/>
                </a:cubicBezTo>
                <a:cubicBezTo>
                  <a:pt x="50815" y="8515"/>
                  <a:pt x="49298" y="6494"/>
                  <a:pt x="47570" y="5438"/>
                </a:cubicBezTo>
                <a:cubicBezTo>
                  <a:pt x="46605" y="4848"/>
                  <a:pt x="45472" y="4547"/>
                  <a:pt x="44340" y="4547"/>
                </a:cubicBezTo>
                <a:cubicBezTo>
                  <a:pt x="43445" y="4547"/>
                  <a:pt x="42552" y="4735"/>
                  <a:pt x="41743" y="5115"/>
                </a:cubicBezTo>
                <a:cubicBezTo>
                  <a:pt x="40635" y="1956"/>
                  <a:pt x="37213" y="0"/>
                  <a:pt x="338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 flipH="1" rot="10800000">
            <a:off x="7443382" y="-68541"/>
            <a:ext cx="2401170" cy="608040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 flipH="1" rot="10800000">
            <a:off x="7634147" y="-229602"/>
            <a:ext cx="2019687" cy="500567"/>
          </a:xfrm>
          <a:custGeom>
            <a:rect b="b" l="l" r="r" t="t"/>
            <a:pathLst>
              <a:path extrusionOk="0" h="18219" w="73510">
                <a:moveTo>
                  <a:pt x="33837" y="0"/>
                </a:moveTo>
                <a:cubicBezTo>
                  <a:pt x="33373" y="0"/>
                  <a:pt x="32909" y="37"/>
                  <a:pt x="32453" y="113"/>
                </a:cubicBezTo>
                <a:cubicBezTo>
                  <a:pt x="28682" y="745"/>
                  <a:pt x="25536" y="3598"/>
                  <a:pt x="23848" y="7017"/>
                </a:cubicBezTo>
                <a:cubicBezTo>
                  <a:pt x="22703" y="6042"/>
                  <a:pt x="21010" y="5499"/>
                  <a:pt x="19412" y="5499"/>
                </a:cubicBezTo>
                <a:cubicBezTo>
                  <a:pt x="18874" y="5499"/>
                  <a:pt x="18347" y="5560"/>
                  <a:pt x="17855" y="5688"/>
                </a:cubicBezTo>
                <a:cubicBezTo>
                  <a:pt x="15907" y="6195"/>
                  <a:pt x="14249" y="7695"/>
                  <a:pt x="13558" y="9581"/>
                </a:cubicBezTo>
                <a:cubicBezTo>
                  <a:pt x="12316" y="8874"/>
                  <a:pt x="10862" y="8547"/>
                  <a:pt x="9393" y="8547"/>
                </a:cubicBezTo>
                <a:cubicBezTo>
                  <a:pt x="7832" y="8547"/>
                  <a:pt x="6253" y="8916"/>
                  <a:pt x="4893" y="9591"/>
                </a:cubicBezTo>
                <a:cubicBezTo>
                  <a:pt x="4235" y="9920"/>
                  <a:pt x="3623" y="10331"/>
                  <a:pt x="3067" y="10815"/>
                </a:cubicBezTo>
                <a:cubicBezTo>
                  <a:pt x="1093" y="12529"/>
                  <a:pt x="0" y="15043"/>
                  <a:pt x="0" y="17653"/>
                </a:cubicBezTo>
                <a:lnTo>
                  <a:pt x="0" y="18219"/>
                </a:lnTo>
                <a:lnTo>
                  <a:pt x="73504" y="18206"/>
                </a:lnTo>
                <a:lnTo>
                  <a:pt x="73504" y="18199"/>
                </a:lnTo>
                <a:cubicBezTo>
                  <a:pt x="73510" y="16394"/>
                  <a:pt x="72034" y="15002"/>
                  <a:pt x="70332" y="15002"/>
                </a:cubicBezTo>
                <a:cubicBezTo>
                  <a:pt x="70061" y="15002"/>
                  <a:pt x="69784" y="15038"/>
                  <a:pt x="69506" y="15112"/>
                </a:cubicBezTo>
                <a:cubicBezTo>
                  <a:pt x="69496" y="15116"/>
                  <a:pt x="69483" y="15119"/>
                  <a:pt x="69467" y="15126"/>
                </a:cubicBezTo>
                <a:cubicBezTo>
                  <a:pt x="68812" y="11144"/>
                  <a:pt x="65620" y="7695"/>
                  <a:pt x="61687" y="6724"/>
                </a:cubicBezTo>
                <a:cubicBezTo>
                  <a:pt x="60907" y="6532"/>
                  <a:pt x="60107" y="6439"/>
                  <a:pt x="59307" y="6439"/>
                </a:cubicBezTo>
                <a:cubicBezTo>
                  <a:pt x="56072" y="6439"/>
                  <a:pt x="52831" y="7955"/>
                  <a:pt x="50871" y="10535"/>
                </a:cubicBezTo>
                <a:cubicBezTo>
                  <a:pt x="50815" y="8515"/>
                  <a:pt x="49298" y="6494"/>
                  <a:pt x="47570" y="5438"/>
                </a:cubicBezTo>
                <a:cubicBezTo>
                  <a:pt x="46605" y="4848"/>
                  <a:pt x="45472" y="4547"/>
                  <a:pt x="44340" y="4547"/>
                </a:cubicBezTo>
                <a:cubicBezTo>
                  <a:pt x="43445" y="4547"/>
                  <a:pt x="42552" y="4735"/>
                  <a:pt x="41743" y="5115"/>
                </a:cubicBezTo>
                <a:cubicBezTo>
                  <a:pt x="40635" y="1956"/>
                  <a:pt x="37213" y="0"/>
                  <a:pt x="338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6"/>
          <p:cNvGrpSpPr/>
          <p:nvPr/>
        </p:nvGrpSpPr>
        <p:grpSpPr>
          <a:xfrm flipH="1">
            <a:off x="-700590" y="114937"/>
            <a:ext cx="1223038" cy="840129"/>
            <a:chOff x="6920025" y="1454275"/>
            <a:chExt cx="328350" cy="225550"/>
          </a:xfrm>
        </p:grpSpPr>
        <p:sp>
          <p:nvSpPr>
            <p:cNvPr id="101" name="Google Shape;101;p6"/>
            <p:cNvSpPr/>
            <p:nvPr/>
          </p:nvSpPr>
          <p:spPr>
            <a:xfrm>
              <a:off x="6937950" y="1454275"/>
              <a:ext cx="310425" cy="118675"/>
            </a:xfrm>
            <a:custGeom>
              <a:rect b="b" l="l" r="r" t="t"/>
              <a:pathLst>
                <a:path extrusionOk="0" h="4747" w="12417">
                  <a:moveTo>
                    <a:pt x="5911" y="1"/>
                  </a:moveTo>
                  <a:cubicBezTo>
                    <a:pt x="4785" y="1"/>
                    <a:pt x="3675" y="796"/>
                    <a:pt x="3077" y="2493"/>
                  </a:cubicBezTo>
                  <a:cubicBezTo>
                    <a:pt x="2760" y="2367"/>
                    <a:pt x="2456" y="2309"/>
                    <a:pt x="2171" y="2309"/>
                  </a:cubicBezTo>
                  <a:cubicBezTo>
                    <a:pt x="951" y="2309"/>
                    <a:pt x="83" y="3375"/>
                    <a:pt x="0" y="4747"/>
                  </a:cubicBezTo>
                  <a:lnTo>
                    <a:pt x="12416" y="4747"/>
                  </a:lnTo>
                  <a:cubicBezTo>
                    <a:pt x="12075" y="3722"/>
                    <a:pt x="10887" y="2645"/>
                    <a:pt x="9774" y="2645"/>
                  </a:cubicBezTo>
                  <a:cubicBezTo>
                    <a:pt x="9525" y="2645"/>
                    <a:pt x="9281" y="2698"/>
                    <a:pt x="9050" y="2818"/>
                  </a:cubicBezTo>
                  <a:cubicBezTo>
                    <a:pt x="8441" y="989"/>
                    <a:pt x="7166" y="1"/>
                    <a:pt x="59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6987225" y="1582075"/>
              <a:ext cx="18700" cy="26750"/>
            </a:xfrm>
            <a:custGeom>
              <a:rect b="b" l="l" r="r" t="t"/>
              <a:pathLst>
                <a:path extrusionOk="0" fill="none" h="1070" w="748">
                  <a:moveTo>
                    <a:pt x="1" y="1070"/>
                  </a:moveTo>
                  <a:lnTo>
                    <a:pt x="748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7013875" y="1582075"/>
              <a:ext cx="18700" cy="26750"/>
            </a:xfrm>
            <a:custGeom>
              <a:rect b="b" l="l" r="r" t="t"/>
              <a:pathLst>
                <a:path extrusionOk="0" fill="none" h="1070" w="748">
                  <a:moveTo>
                    <a:pt x="1" y="1070"/>
                  </a:moveTo>
                  <a:lnTo>
                    <a:pt x="748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7040450" y="1582075"/>
              <a:ext cx="18775" cy="26750"/>
            </a:xfrm>
            <a:custGeom>
              <a:rect b="b" l="l" r="r" t="t"/>
              <a:pathLst>
                <a:path extrusionOk="0" fill="none" h="1070" w="751">
                  <a:moveTo>
                    <a:pt x="1" y="1070"/>
                  </a:moveTo>
                  <a:lnTo>
                    <a:pt x="751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7067100" y="1582075"/>
              <a:ext cx="18800" cy="26750"/>
            </a:xfrm>
            <a:custGeom>
              <a:rect b="b" l="l" r="r" t="t"/>
              <a:pathLst>
                <a:path extrusionOk="0" fill="none" h="1070" w="752">
                  <a:moveTo>
                    <a:pt x="1" y="1070"/>
                  </a:moveTo>
                  <a:lnTo>
                    <a:pt x="751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7093775" y="1582075"/>
              <a:ext cx="18675" cy="26750"/>
            </a:xfrm>
            <a:custGeom>
              <a:rect b="b" l="l" r="r" t="t"/>
              <a:pathLst>
                <a:path extrusionOk="0" fill="none" h="1070" w="747">
                  <a:moveTo>
                    <a:pt x="0" y="1070"/>
                  </a:moveTo>
                  <a:lnTo>
                    <a:pt x="747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7120425" y="1582075"/>
              <a:ext cx="18700" cy="26750"/>
            </a:xfrm>
            <a:custGeom>
              <a:rect b="b" l="l" r="r" t="t"/>
              <a:pathLst>
                <a:path extrusionOk="0" fill="none" h="1070" w="748">
                  <a:moveTo>
                    <a:pt x="0" y="1070"/>
                  </a:moveTo>
                  <a:lnTo>
                    <a:pt x="747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47000" y="1582075"/>
              <a:ext cx="18775" cy="26750"/>
            </a:xfrm>
            <a:custGeom>
              <a:rect b="b" l="l" r="r" t="t"/>
              <a:pathLst>
                <a:path extrusionOk="0" fill="none" h="1070" w="751">
                  <a:moveTo>
                    <a:pt x="0" y="1070"/>
                  </a:moveTo>
                  <a:lnTo>
                    <a:pt x="750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7173650" y="1582075"/>
              <a:ext cx="18775" cy="26750"/>
            </a:xfrm>
            <a:custGeom>
              <a:rect b="b" l="l" r="r" t="t"/>
              <a:pathLst>
                <a:path extrusionOk="0" fill="none" h="1070" w="751">
                  <a:moveTo>
                    <a:pt x="0" y="1070"/>
                  </a:moveTo>
                  <a:lnTo>
                    <a:pt x="751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7200300" y="1582075"/>
              <a:ext cx="18700" cy="26750"/>
            </a:xfrm>
            <a:custGeom>
              <a:rect b="b" l="l" r="r" t="t"/>
              <a:pathLst>
                <a:path extrusionOk="0" fill="none" h="1070" w="748">
                  <a:moveTo>
                    <a:pt x="0" y="1070"/>
                  </a:moveTo>
                  <a:lnTo>
                    <a:pt x="747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953575" y="1617675"/>
              <a:ext cx="18875" cy="26700"/>
            </a:xfrm>
            <a:custGeom>
              <a:rect b="b" l="l" r="r" t="t"/>
              <a:pathLst>
                <a:path extrusionOk="0" fill="none" h="1068" w="755">
                  <a:moveTo>
                    <a:pt x="1" y="1067"/>
                  </a:moveTo>
                  <a:lnTo>
                    <a:pt x="754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980225" y="1617675"/>
              <a:ext cx="18875" cy="26700"/>
            </a:xfrm>
            <a:custGeom>
              <a:rect b="b" l="l" r="r" t="t"/>
              <a:pathLst>
                <a:path extrusionOk="0" fill="none" h="1068" w="755">
                  <a:moveTo>
                    <a:pt x="1" y="1067"/>
                  </a:moveTo>
                  <a:lnTo>
                    <a:pt x="754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7006900" y="1617675"/>
              <a:ext cx="18775" cy="26700"/>
            </a:xfrm>
            <a:custGeom>
              <a:rect b="b" l="l" r="r" t="t"/>
              <a:pathLst>
                <a:path extrusionOk="0" fill="none" h="1068" w="751">
                  <a:moveTo>
                    <a:pt x="0" y="1067"/>
                  </a:moveTo>
                  <a:lnTo>
                    <a:pt x="750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033625" y="1617675"/>
              <a:ext cx="18700" cy="26700"/>
            </a:xfrm>
            <a:custGeom>
              <a:rect b="b" l="l" r="r" t="t"/>
              <a:pathLst>
                <a:path extrusionOk="0" fill="none" h="1068" w="748">
                  <a:moveTo>
                    <a:pt x="1" y="1067"/>
                  </a:moveTo>
                  <a:lnTo>
                    <a:pt x="748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7060200" y="1617675"/>
              <a:ext cx="18775" cy="26700"/>
            </a:xfrm>
            <a:custGeom>
              <a:rect b="b" l="l" r="r" t="t"/>
              <a:pathLst>
                <a:path extrusionOk="0" fill="none" h="1068" w="751">
                  <a:moveTo>
                    <a:pt x="0" y="1067"/>
                  </a:moveTo>
                  <a:lnTo>
                    <a:pt x="751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7086850" y="1617675"/>
              <a:ext cx="18775" cy="26700"/>
            </a:xfrm>
            <a:custGeom>
              <a:rect b="b" l="l" r="r" t="t"/>
              <a:pathLst>
                <a:path extrusionOk="0" fill="none" h="1068" w="751">
                  <a:moveTo>
                    <a:pt x="1" y="1067"/>
                  </a:moveTo>
                  <a:lnTo>
                    <a:pt x="751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7113500" y="1617675"/>
              <a:ext cx="18700" cy="26700"/>
            </a:xfrm>
            <a:custGeom>
              <a:rect b="b" l="l" r="r" t="t"/>
              <a:pathLst>
                <a:path extrusionOk="0" fill="none" h="1068" w="748">
                  <a:moveTo>
                    <a:pt x="1" y="1067"/>
                  </a:moveTo>
                  <a:lnTo>
                    <a:pt x="748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7140075" y="1617675"/>
              <a:ext cx="18775" cy="26700"/>
            </a:xfrm>
            <a:custGeom>
              <a:rect b="b" l="l" r="r" t="t"/>
              <a:pathLst>
                <a:path extrusionOk="0" fill="none" h="1068" w="751">
                  <a:moveTo>
                    <a:pt x="1" y="1067"/>
                  </a:moveTo>
                  <a:lnTo>
                    <a:pt x="751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7166725" y="1617675"/>
              <a:ext cx="18800" cy="26700"/>
            </a:xfrm>
            <a:custGeom>
              <a:rect b="b" l="l" r="r" t="t"/>
              <a:pathLst>
                <a:path extrusionOk="0" fill="none" h="1068" w="752">
                  <a:moveTo>
                    <a:pt x="1" y="1067"/>
                  </a:moveTo>
                  <a:lnTo>
                    <a:pt x="751" y="1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6920025" y="1653150"/>
              <a:ext cx="18775" cy="26675"/>
            </a:xfrm>
            <a:custGeom>
              <a:rect b="b" l="l" r="r" t="t"/>
              <a:pathLst>
                <a:path extrusionOk="0" fill="none" h="1067" w="751">
                  <a:moveTo>
                    <a:pt x="0" y="1066"/>
                  </a:moveTo>
                  <a:lnTo>
                    <a:pt x="750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946675" y="1653150"/>
              <a:ext cx="18850" cy="26675"/>
            </a:xfrm>
            <a:custGeom>
              <a:rect b="b" l="l" r="r" t="t"/>
              <a:pathLst>
                <a:path extrusionOk="0" fill="none" h="1067" w="754">
                  <a:moveTo>
                    <a:pt x="0" y="1066"/>
                  </a:moveTo>
                  <a:lnTo>
                    <a:pt x="754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6973325" y="1653150"/>
              <a:ext cx="18875" cy="26675"/>
            </a:xfrm>
            <a:custGeom>
              <a:rect b="b" l="l" r="r" t="t"/>
              <a:pathLst>
                <a:path extrusionOk="0" fill="none" h="1067" w="755">
                  <a:moveTo>
                    <a:pt x="0" y="1066"/>
                  </a:moveTo>
                  <a:lnTo>
                    <a:pt x="754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6999975" y="1653150"/>
              <a:ext cx="18775" cy="26675"/>
            </a:xfrm>
            <a:custGeom>
              <a:rect b="b" l="l" r="r" t="t"/>
              <a:pathLst>
                <a:path extrusionOk="0" fill="none" h="1067" w="751">
                  <a:moveTo>
                    <a:pt x="1" y="1066"/>
                  </a:moveTo>
                  <a:lnTo>
                    <a:pt x="751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7026550" y="1653150"/>
              <a:ext cx="18875" cy="26675"/>
            </a:xfrm>
            <a:custGeom>
              <a:rect b="b" l="l" r="r" t="t"/>
              <a:pathLst>
                <a:path extrusionOk="0" fill="none" h="1067" w="755">
                  <a:moveTo>
                    <a:pt x="1" y="1066"/>
                  </a:moveTo>
                  <a:lnTo>
                    <a:pt x="754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7053200" y="1653150"/>
              <a:ext cx="18875" cy="26675"/>
            </a:xfrm>
            <a:custGeom>
              <a:rect b="b" l="l" r="r" t="t"/>
              <a:pathLst>
                <a:path extrusionOk="0" fill="none" h="1067" w="755">
                  <a:moveTo>
                    <a:pt x="1" y="1066"/>
                  </a:moveTo>
                  <a:lnTo>
                    <a:pt x="754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079850" y="1653150"/>
              <a:ext cx="18875" cy="26675"/>
            </a:xfrm>
            <a:custGeom>
              <a:rect b="b" l="l" r="r" t="t"/>
              <a:pathLst>
                <a:path extrusionOk="0" fill="none" h="1067" w="755">
                  <a:moveTo>
                    <a:pt x="1" y="1066"/>
                  </a:moveTo>
                  <a:lnTo>
                    <a:pt x="754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106600" y="1653150"/>
              <a:ext cx="18700" cy="26675"/>
            </a:xfrm>
            <a:custGeom>
              <a:rect b="b" l="l" r="r" t="t"/>
              <a:pathLst>
                <a:path extrusionOk="0" fill="none" h="1067" w="748">
                  <a:moveTo>
                    <a:pt x="0" y="1066"/>
                  </a:moveTo>
                  <a:lnTo>
                    <a:pt x="747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133250" y="1653150"/>
              <a:ext cx="18700" cy="26675"/>
            </a:xfrm>
            <a:custGeom>
              <a:rect b="b" l="l" r="r" t="t"/>
              <a:pathLst>
                <a:path extrusionOk="0" fill="none" h="1067" w="748">
                  <a:moveTo>
                    <a:pt x="1" y="1066"/>
                  </a:moveTo>
                  <a:lnTo>
                    <a:pt x="748" y="0"/>
                  </a:lnTo>
                </a:path>
              </a:pathLst>
            </a:custGeom>
            <a:noFill/>
            <a:ln cap="flat" cmpd="sng" w="1325">
              <a:solidFill>
                <a:schemeClr val="dk1"/>
              </a:solidFill>
              <a:prstDash val="solid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6"/>
          <p:cNvSpPr/>
          <p:nvPr/>
        </p:nvSpPr>
        <p:spPr>
          <a:xfrm flipH="1" rot="-4500044">
            <a:off x="7609926" y="4194346"/>
            <a:ext cx="2657037" cy="672833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-214853" y="4511875"/>
            <a:ext cx="1874331" cy="672849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-214862" y="4733080"/>
            <a:ext cx="1595393" cy="572715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 flipH="1">
            <a:off x="-527978" y="4391383"/>
            <a:ext cx="2299450" cy="812625"/>
          </a:xfrm>
          <a:custGeom>
            <a:rect b="b" l="l" r="r" t="t"/>
            <a:pathLst>
              <a:path extrusionOk="0" h="32505" w="91978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33" name="Google Shape;133;p6"/>
          <p:cNvSpPr/>
          <p:nvPr/>
        </p:nvSpPr>
        <p:spPr>
          <a:xfrm flipH="1" rot="-4562313">
            <a:off x="158010" y="3477225"/>
            <a:ext cx="398739" cy="409499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 flipH="1" rot="-4562459">
            <a:off x="1376330" y="-256544"/>
            <a:ext cx="564986" cy="58020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 flipH="1" rot="-6940965">
            <a:off x="8728513" y="938756"/>
            <a:ext cx="595971" cy="61207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 flipH="1" rot="-4562436">
            <a:off x="4952800" y="4746791"/>
            <a:ext cx="812145" cy="83403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7"/>
          <p:cNvGrpSpPr/>
          <p:nvPr/>
        </p:nvGrpSpPr>
        <p:grpSpPr>
          <a:xfrm>
            <a:off x="6664150" y="-1115431"/>
            <a:ext cx="3097801" cy="2889117"/>
            <a:chOff x="6664150" y="-1115431"/>
            <a:chExt cx="3097801" cy="2889117"/>
          </a:xfrm>
        </p:grpSpPr>
        <p:sp>
          <p:nvSpPr>
            <p:cNvPr id="139" name="Google Shape;139;p7"/>
            <p:cNvSpPr/>
            <p:nvPr/>
          </p:nvSpPr>
          <p:spPr>
            <a:xfrm rot="-8442439">
              <a:off x="6660615" y="-182671"/>
              <a:ext cx="3104871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140" name="Google Shape;140;p7"/>
            <p:cNvSpPr/>
            <p:nvPr/>
          </p:nvSpPr>
          <p:spPr>
            <a:xfrm rot="-8442165">
              <a:off x="6955493" y="-377746"/>
              <a:ext cx="2721173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141" name="Google Shape;141;p7"/>
          <p:cNvSpPr/>
          <p:nvPr/>
        </p:nvSpPr>
        <p:spPr>
          <a:xfrm>
            <a:off x="8392050" y="193775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 rot="4073347">
            <a:off x="7644323" y="4500638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 rot="4562439">
            <a:off x="-183477" y="36603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 rot="-9034210">
            <a:off x="3786288" y="4698510"/>
            <a:ext cx="649950" cy="723409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3944800" y="1436450"/>
            <a:ext cx="4484100" cy="27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type="title"/>
          </p:nvPr>
        </p:nvSpPr>
        <p:spPr>
          <a:xfrm>
            <a:off x="720000" y="445025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8"/>
          <p:cNvGrpSpPr/>
          <p:nvPr/>
        </p:nvGrpSpPr>
        <p:grpSpPr>
          <a:xfrm>
            <a:off x="-263475" y="4608500"/>
            <a:ext cx="2110826" cy="1254679"/>
            <a:chOff x="-131400" y="4035800"/>
            <a:chExt cx="2110826" cy="1254679"/>
          </a:xfrm>
        </p:grpSpPr>
        <p:sp>
          <p:nvSpPr>
            <p:cNvPr id="149" name="Google Shape;149;p8"/>
            <p:cNvSpPr/>
            <p:nvPr/>
          </p:nvSpPr>
          <p:spPr>
            <a:xfrm>
              <a:off x="-131400" y="4218273"/>
              <a:ext cx="1912205" cy="1072206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150" name="Google Shape;150;p8"/>
            <p:cNvSpPr/>
            <p:nvPr/>
          </p:nvSpPr>
          <p:spPr>
            <a:xfrm>
              <a:off x="-131400" y="4035800"/>
              <a:ext cx="2110826" cy="1185484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grpSp>
        <p:nvGrpSpPr>
          <p:cNvPr id="151" name="Google Shape;151;p8"/>
          <p:cNvGrpSpPr/>
          <p:nvPr/>
        </p:nvGrpSpPr>
        <p:grpSpPr>
          <a:xfrm>
            <a:off x="2548692" y="-353919"/>
            <a:ext cx="4046717" cy="1296152"/>
            <a:chOff x="-837652" y="-229602"/>
            <a:chExt cx="2657070" cy="851052"/>
          </a:xfrm>
        </p:grpSpPr>
        <p:sp>
          <p:nvSpPr>
            <p:cNvPr id="152" name="Google Shape;152;p8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8"/>
          <p:cNvSpPr/>
          <p:nvPr/>
        </p:nvSpPr>
        <p:spPr>
          <a:xfrm>
            <a:off x="974013" y="4087559"/>
            <a:ext cx="1048175" cy="331157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-263486" y="4035801"/>
            <a:ext cx="1781180" cy="572705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8736788" y="3378709"/>
            <a:ext cx="1048175" cy="331157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7499289" y="3326951"/>
            <a:ext cx="1781180" cy="572705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02125" y="249788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 rot="4073284">
            <a:off x="8208954" y="-226208"/>
            <a:ext cx="575100" cy="64016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 rot="4562396">
            <a:off x="252941" y="2995189"/>
            <a:ext cx="454295" cy="46651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 rot="9353886">
            <a:off x="6773722" y="4475576"/>
            <a:ext cx="694912" cy="77346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8"/>
          <p:cNvGrpSpPr/>
          <p:nvPr/>
        </p:nvGrpSpPr>
        <p:grpSpPr>
          <a:xfrm rot="10800000">
            <a:off x="7499300" y="-252900"/>
            <a:ext cx="2110826" cy="1254679"/>
            <a:chOff x="-131400" y="4035800"/>
            <a:chExt cx="2110826" cy="1254679"/>
          </a:xfrm>
        </p:grpSpPr>
        <p:sp>
          <p:nvSpPr>
            <p:cNvPr id="164" name="Google Shape;164;p8"/>
            <p:cNvSpPr/>
            <p:nvPr/>
          </p:nvSpPr>
          <p:spPr>
            <a:xfrm>
              <a:off x="-131400" y="4218273"/>
              <a:ext cx="1912205" cy="1072206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165" name="Google Shape;165;p8"/>
            <p:cNvSpPr/>
            <p:nvPr/>
          </p:nvSpPr>
          <p:spPr>
            <a:xfrm>
              <a:off x="-131400" y="4035800"/>
              <a:ext cx="2110826" cy="1185484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166" name="Google Shape;166;p8"/>
          <p:cNvSpPr txBox="1"/>
          <p:nvPr>
            <p:ph type="title"/>
          </p:nvPr>
        </p:nvSpPr>
        <p:spPr>
          <a:xfrm>
            <a:off x="1533000" y="1789500"/>
            <a:ext cx="60780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 flipH="1">
            <a:off x="-306058" y="236488"/>
            <a:ext cx="1400879" cy="442589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 flipH="1">
            <a:off x="368164" y="167313"/>
            <a:ext cx="2380557" cy="765410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 flipH="1">
            <a:off x="1728617" y="167313"/>
            <a:ext cx="1400879" cy="442589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 flipH="1">
            <a:off x="6782151" y="3711951"/>
            <a:ext cx="2517267" cy="1482079"/>
          </a:xfrm>
          <a:custGeom>
            <a:rect b="b" l="l" r="r" t="t"/>
            <a:pathLst>
              <a:path extrusionOk="0" h="25563" w="43418">
                <a:moveTo>
                  <a:pt x="18972" y="1"/>
                </a:moveTo>
                <a:cubicBezTo>
                  <a:pt x="18007" y="1"/>
                  <a:pt x="17043" y="87"/>
                  <a:pt x="16095" y="260"/>
                </a:cubicBezTo>
                <a:cubicBezTo>
                  <a:pt x="13354" y="764"/>
                  <a:pt x="10793" y="1965"/>
                  <a:pt x="8098" y="2663"/>
                </a:cubicBezTo>
                <a:cubicBezTo>
                  <a:pt x="6905" y="2975"/>
                  <a:pt x="5642" y="3177"/>
                  <a:pt x="4401" y="3177"/>
                </a:cubicBezTo>
                <a:cubicBezTo>
                  <a:pt x="2841" y="3177"/>
                  <a:pt x="1314" y="2857"/>
                  <a:pt x="0" y="2034"/>
                </a:cubicBezTo>
                <a:lnTo>
                  <a:pt x="0" y="25562"/>
                </a:lnTo>
                <a:lnTo>
                  <a:pt x="43101" y="25562"/>
                </a:lnTo>
                <a:cubicBezTo>
                  <a:pt x="43417" y="23933"/>
                  <a:pt x="42437" y="22318"/>
                  <a:pt x="41236" y="21173"/>
                </a:cubicBezTo>
                <a:cubicBezTo>
                  <a:pt x="40035" y="20031"/>
                  <a:pt x="38573" y="19162"/>
                  <a:pt x="37488" y="17908"/>
                </a:cubicBezTo>
                <a:cubicBezTo>
                  <a:pt x="35516" y="15641"/>
                  <a:pt x="35039" y="12479"/>
                  <a:pt x="33845" y="9721"/>
                </a:cubicBezTo>
                <a:cubicBezTo>
                  <a:pt x="32400" y="6404"/>
                  <a:pt x="29807" y="3600"/>
                  <a:pt x="26615" y="1899"/>
                </a:cubicBezTo>
                <a:cubicBezTo>
                  <a:pt x="24274" y="649"/>
                  <a:pt x="21622" y="1"/>
                  <a:pt x="189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 flipH="1">
            <a:off x="7197096" y="4439335"/>
            <a:ext cx="2102322" cy="754693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 flipH="1">
            <a:off x="6453588" y="3417700"/>
            <a:ext cx="3051580" cy="1846768"/>
          </a:xfrm>
          <a:custGeom>
            <a:rect b="b" l="l" r="r" t="t"/>
            <a:pathLst>
              <a:path extrusionOk="0" h="75726" w="128312">
                <a:moveTo>
                  <a:pt x="0" y="0"/>
                </a:moveTo>
                <a:cubicBezTo>
                  <a:pt x="3478" y="8110"/>
                  <a:pt x="15449" y="11814"/>
                  <a:pt x="24205" y="10719"/>
                </a:cubicBezTo>
                <a:cubicBezTo>
                  <a:pt x="32250" y="9713"/>
                  <a:pt x="39768" y="6086"/>
                  <a:pt x="47718" y="4495"/>
                </a:cubicBezTo>
                <a:cubicBezTo>
                  <a:pt x="54910" y="3056"/>
                  <a:pt x="62450" y="5590"/>
                  <a:pt x="69502" y="7607"/>
                </a:cubicBezTo>
                <a:cubicBezTo>
                  <a:pt x="80015" y="10613"/>
                  <a:pt x="90849" y="16902"/>
                  <a:pt x="96473" y="26279"/>
                </a:cubicBezTo>
                <a:cubicBezTo>
                  <a:pt x="100080" y="32292"/>
                  <a:pt x="100275" y="40580"/>
                  <a:pt x="105464" y="45297"/>
                </a:cubicBezTo>
                <a:cubicBezTo>
                  <a:pt x="114694" y="53688"/>
                  <a:pt x="132827" y="64569"/>
                  <a:pt x="127248" y="7572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74" name="Google Shape;174;p9"/>
          <p:cNvSpPr/>
          <p:nvPr/>
        </p:nvSpPr>
        <p:spPr>
          <a:xfrm rot="6940918">
            <a:off x="8117976" y="906727"/>
            <a:ext cx="869909" cy="89340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 rot="4562439">
            <a:off x="5465160" y="428768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 rot="9493638">
            <a:off x="224969" y="2707362"/>
            <a:ext cx="338826" cy="347936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 rot="1738432">
            <a:off x="1885663" y="4661826"/>
            <a:ext cx="843648" cy="866432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 rot="-10021271">
            <a:off x="5637009" y="-456492"/>
            <a:ext cx="953907" cy="97957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 rot="-8442439">
            <a:off x="6566152" y="-17359"/>
            <a:ext cx="3104871" cy="1097261"/>
          </a:xfrm>
          <a:custGeom>
            <a:rect b="b" l="l" r="r" t="t"/>
            <a:pathLst>
              <a:path extrusionOk="0" h="32505" w="91978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80" name="Google Shape;180;p9"/>
          <p:cNvSpPr/>
          <p:nvPr/>
        </p:nvSpPr>
        <p:spPr>
          <a:xfrm rot="-8442165">
            <a:off x="6861030" y="-212433"/>
            <a:ext cx="2721173" cy="1097261"/>
          </a:xfrm>
          <a:custGeom>
            <a:rect b="b" l="l" r="r" t="t"/>
            <a:pathLst>
              <a:path extrusionOk="0" h="32505" w="91978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81" name="Google Shape;181;p9"/>
          <p:cNvSpPr txBox="1"/>
          <p:nvPr>
            <p:ph type="title"/>
          </p:nvPr>
        </p:nvSpPr>
        <p:spPr>
          <a:xfrm>
            <a:off x="2201850" y="1626318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2" name="Google Shape;182;p9"/>
          <p:cNvSpPr txBox="1"/>
          <p:nvPr>
            <p:ph idx="1" type="subTitle"/>
          </p:nvPr>
        </p:nvSpPr>
        <p:spPr>
          <a:xfrm>
            <a:off x="2201925" y="2352282"/>
            <a:ext cx="47403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>
            <p:ph idx="2" type="pic"/>
          </p:nvPr>
        </p:nvSpPr>
        <p:spPr>
          <a:xfrm>
            <a:off x="9000" y="-9086"/>
            <a:ext cx="9144000" cy="51525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10"/>
          <p:cNvSpPr txBox="1"/>
          <p:nvPr>
            <p:ph type="title"/>
          </p:nvPr>
        </p:nvSpPr>
        <p:spPr>
          <a:xfrm>
            <a:off x="720000" y="4035800"/>
            <a:ext cx="7704000" cy="572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1"/>
          <p:cNvGrpSpPr/>
          <p:nvPr/>
        </p:nvGrpSpPr>
        <p:grpSpPr>
          <a:xfrm>
            <a:off x="-82924" y="3551422"/>
            <a:ext cx="4327360" cy="1670699"/>
            <a:chOff x="-82675" y="3662775"/>
            <a:chExt cx="4038600" cy="1559215"/>
          </a:xfrm>
        </p:grpSpPr>
        <p:sp>
          <p:nvSpPr>
            <p:cNvPr id="188" name="Google Shape;188;p11"/>
            <p:cNvSpPr/>
            <p:nvPr/>
          </p:nvSpPr>
          <p:spPr>
            <a:xfrm>
              <a:off x="-49826" y="3775743"/>
              <a:ext cx="3945517" cy="1446246"/>
            </a:xfrm>
            <a:custGeom>
              <a:rect b="b" l="l" r="r" t="t"/>
              <a:pathLst>
                <a:path extrusionOk="0" h="24039" w="65581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" name="Google Shape;189;p11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190" name="Google Shape;190;p11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rect b="b" l="l" r="r" t="t"/>
                <a:pathLst>
                  <a:path extrusionOk="0" fill="none" h="982" w="1689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rect b="b" l="l" r="r" t="t"/>
                <a:pathLst>
                  <a:path extrusionOk="0" fill="none" h="403" w="439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rect b="b" l="l" r="r" t="t"/>
                <a:pathLst>
                  <a:path extrusionOk="0" fill="none" h="880" w="5086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rect b="b" l="l" r="r" t="t"/>
                <a:pathLst>
                  <a:path extrusionOk="0" fill="none" h="301" w="468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rect b="b" l="l" r="r" t="t"/>
                <a:pathLst>
                  <a:path extrusionOk="0" fill="none" h="1275" w="217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rect b="b" l="l" r="r" t="t"/>
                <a:pathLst>
                  <a:path extrusionOk="0" fill="none" h="347" w="448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rect b="b" l="l" r="r" t="t"/>
                <a:pathLst>
                  <a:path extrusionOk="0" fill="none" h="1689" w="2025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1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rect b="b" l="l" r="r" t="t"/>
                <a:pathLst>
                  <a:path extrusionOk="0" fill="none" h="402" w="439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rect b="b" l="l" r="r" t="t"/>
                <a:pathLst>
                  <a:path extrusionOk="0" fill="none" h="251" w="564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rect b="b" l="l" r="r" t="t"/>
                <a:pathLst>
                  <a:path extrusionOk="0" fill="none" h="880" w="5085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rect b="b" l="l" r="r" t="t"/>
                <a:pathLst>
                  <a:path extrusionOk="0" fill="none" h="301" w="472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rect b="b" l="l" r="r" t="t"/>
                <a:pathLst>
                  <a:path extrusionOk="0" fill="none" h="1409" w="4308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rect b="b" l="l" r="r" t="t"/>
                <a:pathLst>
                  <a:path extrusionOk="0" fill="none" h="271" w="531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rect b="b" l="l" r="r" t="t"/>
                <a:pathLst>
                  <a:path extrusionOk="0" fill="none" h="735" w="2064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rect b="b" l="l" r="r" t="t"/>
                <a:pathLst>
                  <a:path extrusionOk="0" fill="none" h="339" w="442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rect b="b" l="l" r="r" t="t"/>
                <a:pathLst>
                  <a:path extrusionOk="0" fill="none" h="1778" w="2064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1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rect b="b" l="l" r="r" t="t"/>
                <a:pathLst>
                  <a:path extrusionOk="0" fill="none" h="399" w="439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rect b="b" l="l" r="r" t="t"/>
                <a:pathLst>
                  <a:path extrusionOk="0" fill="none" h="882" w="5086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rect b="b" l="l" r="r" t="t"/>
                <a:pathLst>
                  <a:path extrusionOk="0" fill="none" h="304" w="471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rect b="b" l="l" r="r" t="t"/>
                <a:pathLst>
                  <a:path extrusionOk="0" fill="none" h="1406" w="4309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rect b="b" l="l" r="r" t="t"/>
                <a:pathLst>
                  <a:path extrusionOk="0" fill="none" h="274" w="531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rect b="b" l="l" r="r" t="t"/>
                <a:pathLst>
                  <a:path extrusionOk="0" fill="none" h="748" w="4338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rect b="b" l="l" r="r" t="t"/>
                <a:pathLst>
                  <a:path extrusionOk="0" fill="none" h="248" w="251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8" name="Google Shape;218;p11"/>
            <p:cNvSpPr/>
            <p:nvPr/>
          </p:nvSpPr>
          <p:spPr>
            <a:xfrm>
              <a:off x="-50428" y="4184549"/>
              <a:ext cx="2975637" cy="1036841"/>
            </a:xfrm>
            <a:custGeom>
              <a:rect b="b" l="l" r="r" t="t"/>
              <a:pathLst>
                <a:path extrusionOk="0" h="17234" w="4946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11"/>
          <p:cNvGrpSpPr/>
          <p:nvPr/>
        </p:nvGrpSpPr>
        <p:grpSpPr>
          <a:xfrm>
            <a:off x="5816342" y="-353919"/>
            <a:ext cx="4046717" cy="1296152"/>
            <a:chOff x="-837652" y="-229602"/>
            <a:chExt cx="2657070" cy="85105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1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" name="Google Shape;223;p11"/>
          <p:cNvGrpSpPr/>
          <p:nvPr/>
        </p:nvGrpSpPr>
        <p:grpSpPr>
          <a:xfrm flipH="1">
            <a:off x="-363850" y="-1115431"/>
            <a:ext cx="3097801" cy="2889117"/>
            <a:chOff x="6664150" y="-1115431"/>
            <a:chExt cx="3097801" cy="2889117"/>
          </a:xfrm>
        </p:grpSpPr>
        <p:sp>
          <p:nvSpPr>
            <p:cNvPr id="224" name="Google Shape;224;p11"/>
            <p:cNvSpPr/>
            <p:nvPr/>
          </p:nvSpPr>
          <p:spPr>
            <a:xfrm rot="-8442439">
              <a:off x="6660615" y="-182671"/>
              <a:ext cx="3104871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225" name="Google Shape;225;p11"/>
            <p:cNvSpPr/>
            <p:nvPr/>
          </p:nvSpPr>
          <p:spPr>
            <a:xfrm rot="-8442165">
              <a:off x="6955493" y="-377746"/>
              <a:ext cx="2721173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226" name="Google Shape;226;p11"/>
          <p:cNvSpPr/>
          <p:nvPr/>
        </p:nvSpPr>
        <p:spPr>
          <a:xfrm>
            <a:off x="84625" y="942225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 rot="4073347">
            <a:off x="5196248" y="256163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 rot="4562439">
            <a:off x="8824223" y="361120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 rot="9353872">
            <a:off x="4316460" y="4324082"/>
            <a:ext cx="511066" cy="5688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 txBox="1"/>
          <p:nvPr>
            <p:ph hasCustomPrompt="1" type="title"/>
          </p:nvPr>
        </p:nvSpPr>
        <p:spPr>
          <a:xfrm>
            <a:off x="788850" y="1813825"/>
            <a:ext cx="7566300" cy="11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1" name="Google Shape;231;p11"/>
          <p:cNvSpPr txBox="1"/>
          <p:nvPr>
            <p:ph idx="1" type="subTitle"/>
          </p:nvPr>
        </p:nvSpPr>
        <p:spPr>
          <a:xfrm>
            <a:off x="788850" y="2958863"/>
            <a:ext cx="75663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3"/>
          <p:cNvGrpSpPr/>
          <p:nvPr/>
        </p:nvGrpSpPr>
        <p:grpSpPr>
          <a:xfrm flipH="1">
            <a:off x="5769419" y="3871630"/>
            <a:ext cx="3498235" cy="1350592"/>
            <a:chOff x="-82675" y="3662775"/>
            <a:chExt cx="4038600" cy="1559215"/>
          </a:xfrm>
        </p:grpSpPr>
        <p:sp>
          <p:nvSpPr>
            <p:cNvPr id="235" name="Google Shape;235;p13"/>
            <p:cNvSpPr/>
            <p:nvPr/>
          </p:nvSpPr>
          <p:spPr>
            <a:xfrm>
              <a:off x="-49826" y="3775743"/>
              <a:ext cx="3945517" cy="1446246"/>
            </a:xfrm>
            <a:custGeom>
              <a:rect b="b" l="l" r="r" t="t"/>
              <a:pathLst>
                <a:path extrusionOk="0" h="24039" w="65581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13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237" name="Google Shape;237;p13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rect b="b" l="l" r="r" t="t"/>
                <a:pathLst>
                  <a:path extrusionOk="0" fill="none" h="982" w="1689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rect b="b" l="l" r="r" t="t"/>
                <a:pathLst>
                  <a:path extrusionOk="0" fill="none" h="403" w="439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rect b="b" l="l" r="r" t="t"/>
                <a:pathLst>
                  <a:path extrusionOk="0" fill="none" h="880" w="5086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rect b="b" l="l" r="r" t="t"/>
                <a:pathLst>
                  <a:path extrusionOk="0" fill="none" h="301" w="468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rect b="b" l="l" r="r" t="t"/>
                <a:pathLst>
                  <a:path extrusionOk="0" fill="none" h="1275" w="217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rect b="b" l="l" r="r" t="t"/>
                <a:pathLst>
                  <a:path extrusionOk="0" fill="none" h="347" w="448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rect b="b" l="l" r="r" t="t"/>
                <a:pathLst>
                  <a:path extrusionOk="0" fill="none" h="1689" w="2025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rect b="b" l="l" r="r" t="t"/>
                <a:pathLst>
                  <a:path extrusionOk="0" fill="none" h="402" w="439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rect b="b" l="l" r="r" t="t"/>
                <a:pathLst>
                  <a:path extrusionOk="0" fill="none" h="251" w="564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rect b="b" l="l" r="r" t="t"/>
                <a:pathLst>
                  <a:path extrusionOk="0" fill="none" h="880" w="5085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rect b="b" l="l" r="r" t="t"/>
                <a:pathLst>
                  <a:path extrusionOk="0" fill="none" h="301" w="472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rect b="b" l="l" r="r" t="t"/>
                <a:pathLst>
                  <a:path extrusionOk="0" fill="none" h="1409" w="4308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rect b="b" l="l" r="r" t="t"/>
                <a:pathLst>
                  <a:path extrusionOk="0" fill="none" h="271" w="531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rect b="b" l="l" r="r" t="t"/>
                <a:pathLst>
                  <a:path extrusionOk="0" fill="none" h="735" w="2064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rect b="b" l="l" r="r" t="t"/>
                <a:pathLst>
                  <a:path extrusionOk="0" fill="none" h="339" w="442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rect b="b" l="l" r="r" t="t"/>
                <a:pathLst>
                  <a:path extrusionOk="0" fill="none" h="1778" w="2064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rect b="b" l="l" r="r" t="t"/>
                <a:pathLst>
                  <a:path extrusionOk="0" fill="none" h="399" w="439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rect b="b" l="l" r="r" t="t"/>
                <a:pathLst>
                  <a:path extrusionOk="0" fill="none" h="882" w="5086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rect b="b" l="l" r="r" t="t"/>
                <a:pathLst>
                  <a:path extrusionOk="0" fill="none" h="304" w="471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rect b="b" l="l" r="r" t="t"/>
                <a:pathLst>
                  <a:path extrusionOk="0" fill="none" h="1406" w="4309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rect b="b" l="l" r="r" t="t"/>
                <a:pathLst>
                  <a:path extrusionOk="0" fill="none" h="274" w="531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rect b="b" l="l" r="r" t="t"/>
                <a:pathLst>
                  <a:path extrusionOk="0" fill="none" h="748" w="4338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rect b="b" l="l" r="r" t="t"/>
                <a:pathLst>
                  <a:path extrusionOk="0" fill="none" h="248" w="251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5" name="Google Shape;265;p13"/>
            <p:cNvSpPr/>
            <p:nvPr/>
          </p:nvSpPr>
          <p:spPr>
            <a:xfrm>
              <a:off x="-50428" y="4184549"/>
              <a:ext cx="2975637" cy="1036841"/>
            </a:xfrm>
            <a:custGeom>
              <a:rect b="b" l="l" r="r" t="t"/>
              <a:pathLst>
                <a:path extrusionOk="0" h="17234" w="4946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13"/>
          <p:cNvSpPr/>
          <p:nvPr/>
        </p:nvSpPr>
        <p:spPr>
          <a:xfrm flipH="1">
            <a:off x="114979" y="1888396"/>
            <a:ext cx="414210" cy="425401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 flipH="1" rot="-4562439">
            <a:off x="-206514" y="428768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 flipH="1" rot="3198987">
            <a:off x="3476031" y="-290893"/>
            <a:ext cx="624838" cy="6416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-732862" y="-269475"/>
            <a:ext cx="2636575" cy="1709125"/>
          </a:xfrm>
          <a:custGeom>
            <a:rect b="b" l="l" r="r" t="t"/>
            <a:pathLst>
              <a:path extrusionOk="0" h="68365" w="105463">
                <a:moveTo>
                  <a:pt x="0" y="67428"/>
                </a:moveTo>
                <a:cubicBezTo>
                  <a:pt x="11300" y="69937"/>
                  <a:pt x="26168" y="67361"/>
                  <a:pt x="33540" y="58437"/>
                </a:cubicBezTo>
                <a:cubicBezTo>
                  <a:pt x="40783" y="49669"/>
                  <a:pt x="34817" y="32759"/>
                  <a:pt x="43914" y="25934"/>
                </a:cubicBezTo>
                <a:cubicBezTo>
                  <a:pt x="53383" y="18830"/>
                  <a:pt x="67477" y="23542"/>
                  <a:pt x="79184" y="21785"/>
                </a:cubicBezTo>
                <a:cubicBezTo>
                  <a:pt x="86001" y="20762"/>
                  <a:pt x="93672" y="19396"/>
                  <a:pt x="98547" y="14523"/>
                </a:cubicBezTo>
                <a:cubicBezTo>
                  <a:pt x="102339" y="10732"/>
                  <a:pt x="104162" y="5202"/>
                  <a:pt x="105463" y="0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70" name="Google Shape;270;p13"/>
          <p:cNvSpPr/>
          <p:nvPr/>
        </p:nvSpPr>
        <p:spPr>
          <a:xfrm>
            <a:off x="-620801" y="-345775"/>
            <a:ext cx="1960821" cy="1601621"/>
          </a:xfrm>
          <a:custGeom>
            <a:rect b="b" l="l" r="r" t="t"/>
            <a:pathLst>
              <a:path extrusionOk="0" h="68365" w="105463">
                <a:moveTo>
                  <a:pt x="0" y="67428"/>
                </a:moveTo>
                <a:cubicBezTo>
                  <a:pt x="11300" y="69937"/>
                  <a:pt x="26168" y="67361"/>
                  <a:pt x="33540" y="58437"/>
                </a:cubicBezTo>
                <a:cubicBezTo>
                  <a:pt x="40783" y="49669"/>
                  <a:pt x="34817" y="32759"/>
                  <a:pt x="43914" y="25934"/>
                </a:cubicBezTo>
                <a:cubicBezTo>
                  <a:pt x="53383" y="18830"/>
                  <a:pt x="67477" y="23542"/>
                  <a:pt x="79184" y="21785"/>
                </a:cubicBezTo>
                <a:cubicBezTo>
                  <a:pt x="86001" y="20762"/>
                  <a:pt x="93672" y="19396"/>
                  <a:pt x="98547" y="14523"/>
                </a:cubicBezTo>
                <a:cubicBezTo>
                  <a:pt x="102339" y="10732"/>
                  <a:pt x="104162" y="5202"/>
                  <a:pt x="105463" y="0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71" name="Google Shape;271;p13"/>
          <p:cNvSpPr txBox="1"/>
          <p:nvPr>
            <p:ph type="title"/>
          </p:nvPr>
        </p:nvSpPr>
        <p:spPr>
          <a:xfrm>
            <a:off x="720000" y="445025"/>
            <a:ext cx="57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hasCustomPrompt="1" idx="2" type="title"/>
          </p:nvPr>
        </p:nvSpPr>
        <p:spPr>
          <a:xfrm>
            <a:off x="720003" y="1263000"/>
            <a:ext cx="994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42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13"/>
          <p:cNvSpPr txBox="1"/>
          <p:nvPr>
            <p:ph idx="1" type="subTitle"/>
          </p:nvPr>
        </p:nvSpPr>
        <p:spPr>
          <a:xfrm>
            <a:off x="720003" y="2075027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hasCustomPrompt="1" idx="3" type="title"/>
          </p:nvPr>
        </p:nvSpPr>
        <p:spPr>
          <a:xfrm>
            <a:off x="3951598" y="1263000"/>
            <a:ext cx="994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42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/>
          <p:nvPr>
            <p:ph idx="4" type="subTitle"/>
          </p:nvPr>
        </p:nvSpPr>
        <p:spPr>
          <a:xfrm>
            <a:off x="3951598" y="2075027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13"/>
          <p:cNvSpPr txBox="1"/>
          <p:nvPr>
            <p:ph hasCustomPrompt="1" idx="5" type="title"/>
          </p:nvPr>
        </p:nvSpPr>
        <p:spPr>
          <a:xfrm>
            <a:off x="720003" y="3032800"/>
            <a:ext cx="994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42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/>
          <p:nvPr>
            <p:ph idx="6" type="subTitle"/>
          </p:nvPr>
        </p:nvSpPr>
        <p:spPr>
          <a:xfrm>
            <a:off x="720003" y="3840626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13"/>
          <p:cNvSpPr txBox="1"/>
          <p:nvPr>
            <p:ph hasCustomPrompt="1" idx="7" type="title"/>
          </p:nvPr>
        </p:nvSpPr>
        <p:spPr>
          <a:xfrm>
            <a:off x="3951598" y="3032800"/>
            <a:ext cx="994200" cy="59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42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9" name="Google Shape;279;p13"/>
          <p:cNvSpPr txBox="1"/>
          <p:nvPr>
            <p:ph idx="8" type="subTitle"/>
          </p:nvPr>
        </p:nvSpPr>
        <p:spPr>
          <a:xfrm>
            <a:off x="3951598" y="3840626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13"/>
          <p:cNvSpPr txBox="1"/>
          <p:nvPr>
            <p:ph idx="9" type="subTitle"/>
          </p:nvPr>
        </p:nvSpPr>
        <p:spPr>
          <a:xfrm>
            <a:off x="720003" y="1738337"/>
            <a:ext cx="2505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1" name="Google Shape;281;p13"/>
          <p:cNvSpPr txBox="1"/>
          <p:nvPr>
            <p:ph idx="13" type="subTitle"/>
          </p:nvPr>
        </p:nvSpPr>
        <p:spPr>
          <a:xfrm>
            <a:off x="3951598" y="1738337"/>
            <a:ext cx="2505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14" type="subTitle"/>
          </p:nvPr>
        </p:nvSpPr>
        <p:spPr>
          <a:xfrm>
            <a:off x="720003" y="3503696"/>
            <a:ext cx="2505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15" type="subTitle"/>
          </p:nvPr>
        </p:nvSpPr>
        <p:spPr>
          <a:xfrm>
            <a:off x="3951598" y="3503696"/>
            <a:ext cx="2505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4"/>
          <p:cNvGrpSpPr/>
          <p:nvPr/>
        </p:nvGrpSpPr>
        <p:grpSpPr>
          <a:xfrm rot="10800000">
            <a:off x="5230692" y="4140733"/>
            <a:ext cx="4394793" cy="1407640"/>
            <a:chOff x="-837652" y="-229602"/>
            <a:chExt cx="2657070" cy="851052"/>
          </a:xfrm>
        </p:grpSpPr>
        <p:sp>
          <p:nvSpPr>
            <p:cNvPr id="286" name="Google Shape;286;p14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14"/>
          <p:cNvSpPr/>
          <p:nvPr/>
        </p:nvSpPr>
        <p:spPr>
          <a:xfrm flipH="1">
            <a:off x="7490111" y="147937"/>
            <a:ext cx="1127688" cy="356280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8135497" y="238553"/>
            <a:ext cx="1541793" cy="495697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-109625" y="3748888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 rot="4073347">
            <a:off x="6678148" y="249988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 rot="4562439">
            <a:off x="8444873" y="231280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 rot="4073420">
            <a:off x="2308254" y="246269"/>
            <a:ext cx="311846" cy="34710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 rot="4562481">
            <a:off x="3265046" y="4771635"/>
            <a:ext cx="536223" cy="550651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-187872" y="238551"/>
            <a:ext cx="1127694" cy="362560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 flipH="1">
            <a:off x="-465925" y="535003"/>
            <a:ext cx="773425" cy="244364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 txBox="1"/>
          <p:nvPr>
            <p:ph type="title"/>
          </p:nvPr>
        </p:nvSpPr>
        <p:spPr>
          <a:xfrm>
            <a:off x="715050" y="1671775"/>
            <a:ext cx="4679100" cy="12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Catamaran ExtraBold"/>
              <a:buNone/>
              <a:defRPr sz="3000">
                <a:latin typeface="Catamaran"/>
                <a:ea typeface="Catamaran"/>
                <a:cs typeface="Catamaran"/>
                <a:sym typeface="Catamar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99" name="Google Shape;299;p14"/>
          <p:cNvSpPr txBox="1"/>
          <p:nvPr>
            <p:ph idx="2" type="title"/>
          </p:nvPr>
        </p:nvSpPr>
        <p:spPr>
          <a:xfrm>
            <a:off x="719950" y="2829875"/>
            <a:ext cx="4679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2" name="Google Shape;302;p15"/>
          <p:cNvSpPr/>
          <p:nvPr/>
        </p:nvSpPr>
        <p:spPr>
          <a:xfrm rot="10800000">
            <a:off x="-550563" y="-85863"/>
            <a:ext cx="2102018" cy="520972"/>
          </a:xfrm>
          <a:custGeom>
            <a:rect b="b" l="l" r="r" t="t"/>
            <a:pathLst>
              <a:path extrusionOk="0" h="18219" w="73510">
                <a:moveTo>
                  <a:pt x="33837" y="0"/>
                </a:moveTo>
                <a:cubicBezTo>
                  <a:pt x="33373" y="0"/>
                  <a:pt x="32909" y="37"/>
                  <a:pt x="32453" y="113"/>
                </a:cubicBezTo>
                <a:cubicBezTo>
                  <a:pt x="28682" y="745"/>
                  <a:pt x="25536" y="3598"/>
                  <a:pt x="23848" y="7017"/>
                </a:cubicBezTo>
                <a:cubicBezTo>
                  <a:pt x="22703" y="6042"/>
                  <a:pt x="21010" y="5499"/>
                  <a:pt x="19412" y="5499"/>
                </a:cubicBezTo>
                <a:cubicBezTo>
                  <a:pt x="18874" y="5499"/>
                  <a:pt x="18347" y="5560"/>
                  <a:pt x="17855" y="5688"/>
                </a:cubicBezTo>
                <a:cubicBezTo>
                  <a:pt x="15907" y="6195"/>
                  <a:pt x="14249" y="7695"/>
                  <a:pt x="13558" y="9581"/>
                </a:cubicBezTo>
                <a:cubicBezTo>
                  <a:pt x="12316" y="8874"/>
                  <a:pt x="10862" y="8547"/>
                  <a:pt x="9393" y="8547"/>
                </a:cubicBezTo>
                <a:cubicBezTo>
                  <a:pt x="7832" y="8547"/>
                  <a:pt x="6253" y="8916"/>
                  <a:pt x="4893" y="9591"/>
                </a:cubicBezTo>
                <a:cubicBezTo>
                  <a:pt x="4235" y="9920"/>
                  <a:pt x="3623" y="10331"/>
                  <a:pt x="3067" y="10815"/>
                </a:cubicBezTo>
                <a:cubicBezTo>
                  <a:pt x="1093" y="12529"/>
                  <a:pt x="0" y="15043"/>
                  <a:pt x="0" y="17653"/>
                </a:cubicBezTo>
                <a:lnTo>
                  <a:pt x="0" y="18219"/>
                </a:lnTo>
                <a:lnTo>
                  <a:pt x="73504" y="18206"/>
                </a:lnTo>
                <a:lnTo>
                  <a:pt x="73504" y="18199"/>
                </a:lnTo>
                <a:cubicBezTo>
                  <a:pt x="73510" y="16394"/>
                  <a:pt x="72034" y="15002"/>
                  <a:pt x="70332" y="15002"/>
                </a:cubicBezTo>
                <a:cubicBezTo>
                  <a:pt x="70061" y="15002"/>
                  <a:pt x="69784" y="15038"/>
                  <a:pt x="69506" y="15112"/>
                </a:cubicBezTo>
                <a:cubicBezTo>
                  <a:pt x="69496" y="15116"/>
                  <a:pt x="69483" y="15119"/>
                  <a:pt x="69467" y="15126"/>
                </a:cubicBezTo>
                <a:cubicBezTo>
                  <a:pt x="68812" y="11144"/>
                  <a:pt x="65620" y="7695"/>
                  <a:pt x="61687" y="6724"/>
                </a:cubicBezTo>
                <a:cubicBezTo>
                  <a:pt x="60907" y="6532"/>
                  <a:pt x="60107" y="6439"/>
                  <a:pt x="59307" y="6439"/>
                </a:cubicBezTo>
                <a:cubicBezTo>
                  <a:pt x="56072" y="6439"/>
                  <a:pt x="52831" y="7955"/>
                  <a:pt x="50871" y="10535"/>
                </a:cubicBezTo>
                <a:cubicBezTo>
                  <a:pt x="50815" y="8515"/>
                  <a:pt x="49298" y="6494"/>
                  <a:pt x="47570" y="5438"/>
                </a:cubicBezTo>
                <a:cubicBezTo>
                  <a:pt x="46605" y="4848"/>
                  <a:pt x="45472" y="4547"/>
                  <a:pt x="44340" y="4547"/>
                </a:cubicBezTo>
                <a:cubicBezTo>
                  <a:pt x="43445" y="4547"/>
                  <a:pt x="42552" y="4735"/>
                  <a:pt x="41743" y="5115"/>
                </a:cubicBezTo>
                <a:cubicBezTo>
                  <a:pt x="40635" y="1956"/>
                  <a:pt x="37213" y="0"/>
                  <a:pt x="338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 rot="10800000">
            <a:off x="-574126" y="-85492"/>
            <a:ext cx="2149029" cy="544191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 rot="10800000">
            <a:off x="-403248" y="-229583"/>
            <a:ext cx="1807427" cy="447960"/>
          </a:xfrm>
          <a:custGeom>
            <a:rect b="b" l="l" r="r" t="t"/>
            <a:pathLst>
              <a:path extrusionOk="0" h="18219" w="73510">
                <a:moveTo>
                  <a:pt x="33837" y="0"/>
                </a:moveTo>
                <a:cubicBezTo>
                  <a:pt x="33373" y="0"/>
                  <a:pt x="32909" y="37"/>
                  <a:pt x="32453" y="113"/>
                </a:cubicBezTo>
                <a:cubicBezTo>
                  <a:pt x="28682" y="745"/>
                  <a:pt x="25536" y="3598"/>
                  <a:pt x="23848" y="7017"/>
                </a:cubicBezTo>
                <a:cubicBezTo>
                  <a:pt x="22703" y="6042"/>
                  <a:pt x="21010" y="5499"/>
                  <a:pt x="19412" y="5499"/>
                </a:cubicBezTo>
                <a:cubicBezTo>
                  <a:pt x="18874" y="5499"/>
                  <a:pt x="18347" y="5560"/>
                  <a:pt x="17855" y="5688"/>
                </a:cubicBezTo>
                <a:cubicBezTo>
                  <a:pt x="15907" y="6195"/>
                  <a:pt x="14249" y="7695"/>
                  <a:pt x="13558" y="9581"/>
                </a:cubicBezTo>
                <a:cubicBezTo>
                  <a:pt x="12316" y="8874"/>
                  <a:pt x="10862" y="8547"/>
                  <a:pt x="9393" y="8547"/>
                </a:cubicBezTo>
                <a:cubicBezTo>
                  <a:pt x="7832" y="8547"/>
                  <a:pt x="6253" y="8916"/>
                  <a:pt x="4893" y="9591"/>
                </a:cubicBezTo>
                <a:cubicBezTo>
                  <a:pt x="4235" y="9920"/>
                  <a:pt x="3623" y="10331"/>
                  <a:pt x="3067" y="10815"/>
                </a:cubicBezTo>
                <a:cubicBezTo>
                  <a:pt x="1093" y="12529"/>
                  <a:pt x="0" y="15043"/>
                  <a:pt x="0" y="17653"/>
                </a:cubicBezTo>
                <a:lnTo>
                  <a:pt x="0" y="18219"/>
                </a:lnTo>
                <a:lnTo>
                  <a:pt x="73504" y="18206"/>
                </a:lnTo>
                <a:lnTo>
                  <a:pt x="73504" y="18199"/>
                </a:lnTo>
                <a:cubicBezTo>
                  <a:pt x="73510" y="16394"/>
                  <a:pt x="72034" y="15002"/>
                  <a:pt x="70332" y="15002"/>
                </a:cubicBezTo>
                <a:cubicBezTo>
                  <a:pt x="70061" y="15002"/>
                  <a:pt x="69784" y="15038"/>
                  <a:pt x="69506" y="15112"/>
                </a:cubicBezTo>
                <a:cubicBezTo>
                  <a:pt x="69496" y="15116"/>
                  <a:pt x="69483" y="15119"/>
                  <a:pt x="69467" y="15126"/>
                </a:cubicBezTo>
                <a:cubicBezTo>
                  <a:pt x="68812" y="11144"/>
                  <a:pt x="65620" y="7695"/>
                  <a:pt x="61687" y="6724"/>
                </a:cubicBezTo>
                <a:cubicBezTo>
                  <a:pt x="60907" y="6532"/>
                  <a:pt x="60107" y="6439"/>
                  <a:pt x="59307" y="6439"/>
                </a:cubicBezTo>
                <a:cubicBezTo>
                  <a:pt x="56072" y="6439"/>
                  <a:pt x="52831" y="7955"/>
                  <a:pt x="50871" y="10535"/>
                </a:cubicBezTo>
                <a:cubicBezTo>
                  <a:pt x="50815" y="8515"/>
                  <a:pt x="49298" y="6494"/>
                  <a:pt x="47570" y="5438"/>
                </a:cubicBezTo>
                <a:cubicBezTo>
                  <a:pt x="46605" y="4848"/>
                  <a:pt x="45472" y="4547"/>
                  <a:pt x="44340" y="4547"/>
                </a:cubicBezTo>
                <a:cubicBezTo>
                  <a:pt x="43445" y="4547"/>
                  <a:pt x="42552" y="4735"/>
                  <a:pt x="41743" y="5115"/>
                </a:cubicBezTo>
                <a:cubicBezTo>
                  <a:pt x="40635" y="1956"/>
                  <a:pt x="37213" y="0"/>
                  <a:pt x="338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 rot="4500044">
            <a:off x="-1122954" y="4194346"/>
            <a:ext cx="2657037" cy="672833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 flipH="1">
            <a:off x="7484531" y="4511875"/>
            <a:ext cx="1874331" cy="672849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 flipH="1">
            <a:off x="7763478" y="4733080"/>
            <a:ext cx="1595393" cy="572715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7372538" y="4391383"/>
            <a:ext cx="2299450" cy="812625"/>
          </a:xfrm>
          <a:custGeom>
            <a:rect b="b" l="l" r="r" t="t"/>
            <a:pathLst>
              <a:path extrusionOk="0" h="32505" w="91978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09" name="Google Shape;309;p15"/>
          <p:cNvSpPr/>
          <p:nvPr/>
        </p:nvSpPr>
        <p:spPr>
          <a:xfrm rot="4562313">
            <a:off x="8630011" y="3133413"/>
            <a:ext cx="398739" cy="409499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 rot="4562459">
            <a:off x="-164994" y="1867731"/>
            <a:ext cx="564986" cy="58020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 rot="6940965">
            <a:off x="2106501" y="4828206"/>
            <a:ext cx="595971" cy="61207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 rot="4562436">
            <a:off x="8763264" y="1031516"/>
            <a:ext cx="812145" cy="83403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5" name="Google Shape;315;p16"/>
          <p:cNvSpPr/>
          <p:nvPr/>
        </p:nvSpPr>
        <p:spPr>
          <a:xfrm flipH="1">
            <a:off x="7484531" y="4511875"/>
            <a:ext cx="1874331" cy="672849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 flipH="1">
            <a:off x="7763478" y="4733080"/>
            <a:ext cx="1595393" cy="572715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7372538" y="4391383"/>
            <a:ext cx="2299450" cy="812625"/>
          </a:xfrm>
          <a:custGeom>
            <a:rect b="b" l="l" r="r" t="t"/>
            <a:pathLst>
              <a:path extrusionOk="0" h="32505" w="91978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18" name="Google Shape;318;p16"/>
          <p:cNvSpPr/>
          <p:nvPr/>
        </p:nvSpPr>
        <p:spPr>
          <a:xfrm rot="4562342">
            <a:off x="8477526" y="3749884"/>
            <a:ext cx="449928" cy="46207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 rot="4562471">
            <a:off x="233690" y="3766078"/>
            <a:ext cx="418419" cy="42969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 rot="6940965">
            <a:off x="144926" y="-262194"/>
            <a:ext cx="595971" cy="61207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 rot="4562436">
            <a:off x="8600564" y="380666"/>
            <a:ext cx="812145" cy="83403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-193837" y="4511588"/>
            <a:ext cx="1874331" cy="672849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-193846" y="4732793"/>
            <a:ext cx="1595393" cy="572715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 flipH="1">
            <a:off x="-506962" y="4391096"/>
            <a:ext cx="2299450" cy="812625"/>
          </a:xfrm>
          <a:custGeom>
            <a:rect b="b" l="l" r="r" t="t"/>
            <a:pathLst>
              <a:path extrusionOk="0" h="32505" w="91978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7"/>
          <p:cNvGrpSpPr/>
          <p:nvPr/>
        </p:nvGrpSpPr>
        <p:grpSpPr>
          <a:xfrm>
            <a:off x="-95608" y="3695780"/>
            <a:ext cx="3967924" cy="1531928"/>
            <a:chOff x="-82675" y="3662775"/>
            <a:chExt cx="4038600" cy="1559215"/>
          </a:xfrm>
        </p:grpSpPr>
        <p:sp>
          <p:nvSpPr>
            <p:cNvPr id="327" name="Google Shape;327;p17"/>
            <p:cNvSpPr/>
            <p:nvPr/>
          </p:nvSpPr>
          <p:spPr>
            <a:xfrm>
              <a:off x="-49826" y="3775743"/>
              <a:ext cx="3945517" cy="1446246"/>
            </a:xfrm>
            <a:custGeom>
              <a:rect b="b" l="l" r="r" t="t"/>
              <a:pathLst>
                <a:path extrusionOk="0" h="24039" w="65581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17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329" name="Google Shape;329;p17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rect b="b" l="l" r="r" t="t"/>
                <a:pathLst>
                  <a:path extrusionOk="0" fill="none" h="982" w="1689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rect b="b" l="l" r="r" t="t"/>
                <a:pathLst>
                  <a:path extrusionOk="0" fill="none" h="403" w="439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rect b="b" l="l" r="r" t="t"/>
                <a:pathLst>
                  <a:path extrusionOk="0" fill="none" h="880" w="5086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7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rect b="b" l="l" r="r" t="t"/>
                <a:pathLst>
                  <a:path extrusionOk="0" fill="none" h="301" w="468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rect b="b" l="l" r="r" t="t"/>
                <a:pathLst>
                  <a:path extrusionOk="0" fill="none" h="1275" w="217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rect b="b" l="l" r="r" t="t"/>
                <a:pathLst>
                  <a:path extrusionOk="0" fill="none" h="347" w="448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rect b="b" l="l" r="r" t="t"/>
                <a:pathLst>
                  <a:path extrusionOk="0" fill="none" h="1689" w="2025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7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rect b="b" l="l" r="r" t="t"/>
                <a:pathLst>
                  <a:path extrusionOk="0" fill="none" h="402" w="439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rect b="b" l="l" r="r" t="t"/>
                <a:pathLst>
                  <a:path extrusionOk="0" fill="none" h="251" w="564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rect b="b" l="l" r="r" t="t"/>
                <a:pathLst>
                  <a:path extrusionOk="0" fill="none" h="880" w="5085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rect b="b" l="l" r="r" t="t"/>
                <a:pathLst>
                  <a:path extrusionOk="0" fill="none" h="301" w="472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rect b="b" l="l" r="r" t="t"/>
                <a:pathLst>
                  <a:path extrusionOk="0" fill="none" h="1409" w="4308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rect b="b" l="l" r="r" t="t"/>
                <a:pathLst>
                  <a:path extrusionOk="0" fill="none" h="271" w="531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rect b="b" l="l" r="r" t="t"/>
                <a:pathLst>
                  <a:path extrusionOk="0" fill="none" h="735" w="2064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rect b="b" l="l" r="r" t="t"/>
                <a:pathLst>
                  <a:path extrusionOk="0" fill="none" h="339" w="442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rect b="b" l="l" r="r" t="t"/>
                <a:pathLst>
                  <a:path extrusionOk="0" fill="none" h="1778" w="2064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rect b="b" l="l" r="r" t="t"/>
                <a:pathLst>
                  <a:path extrusionOk="0" fill="none" h="399" w="439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7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rect b="b" l="l" r="r" t="t"/>
                <a:pathLst>
                  <a:path extrusionOk="0" fill="none" h="882" w="5086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rect b="b" l="l" r="r" t="t"/>
                <a:pathLst>
                  <a:path extrusionOk="0" fill="none" h="304" w="471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rect b="b" l="l" r="r" t="t"/>
                <a:pathLst>
                  <a:path extrusionOk="0" fill="none" h="1406" w="4309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rect b="b" l="l" r="r" t="t"/>
                <a:pathLst>
                  <a:path extrusionOk="0" fill="none" h="274" w="531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rect b="b" l="l" r="r" t="t"/>
                <a:pathLst>
                  <a:path extrusionOk="0" fill="none" h="748" w="4338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rect b="b" l="l" r="r" t="t"/>
                <a:pathLst>
                  <a:path extrusionOk="0" fill="none" h="248" w="251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7" name="Google Shape;357;p17"/>
            <p:cNvSpPr/>
            <p:nvPr/>
          </p:nvSpPr>
          <p:spPr>
            <a:xfrm>
              <a:off x="-50428" y="4184549"/>
              <a:ext cx="2975637" cy="1036841"/>
            </a:xfrm>
            <a:custGeom>
              <a:rect b="b" l="l" r="r" t="t"/>
              <a:pathLst>
                <a:path extrusionOk="0" h="17234" w="4946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17"/>
          <p:cNvGrpSpPr/>
          <p:nvPr/>
        </p:nvGrpSpPr>
        <p:grpSpPr>
          <a:xfrm>
            <a:off x="5381535" y="-371404"/>
            <a:ext cx="4046717" cy="1296152"/>
            <a:chOff x="-837652" y="-229602"/>
            <a:chExt cx="2657070" cy="851052"/>
          </a:xfrm>
        </p:grpSpPr>
        <p:sp>
          <p:nvSpPr>
            <p:cNvPr id="359" name="Google Shape;359;p17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17"/>
          <p:cNvSpPr/>
          <p:nvPr/>
        </p:nvSpPr>
        <p:spPr>
          <a:xfrm>
            <a:off x="-227400" y="553350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 rot="4073347">
            <a:off x="3078348" y="47788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7"/>
          <p:cNvSpPr/>
          <p:nvPr/>
        </p:nvSpPr>
        <p:spPr>
          <a:xfrm rot="4562439">
            <a:off x="8901223" y="145150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 rot="9353872">
            <a:off x="4714910" y="4891457"/>
            <a:ext cx="511066" cy="5688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 txBox="1"/>
          <p:nvPr>
            <p:ph idx="1" type="subTitle"/>
          </p:nvPr>
        </p:nvSpPr>
        <p:spPr>
          <a:xfrm>
            <a:off x="943575" y="2344223"/>
            <a:ext cx="4025400" cy="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7" name="Google Shape;367;p17"/>
          <p:cNvSpPr txBox="1"/>
          <p:nvPr>
            <p:ph type="title"/>
          </p:nvPr>
        </p:nvSpPr>
        <p:spPr>
          <a:xfrm>
            <a:off x="943575" y="1910680"/>
            <a:ext cx="4025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18"/>
          <p:cNvGrpSpPr/>
          <p:nvPr/>
        </p:nvGrpSpPr>
        <p:grpSpPr>
          <a:xfrm flipH="1">
            <a:off x="5306775" y="3717138"/>
            <a:ext cx="4038600" cy="1559215"/>
            <a:chOff x="-82675" y="3662775"/>
            <a:chExt cx="4038600" cy="1559215"/>
          </a:xfrm>
        </p:grpSpPr>
        <p:sp>
          <p:nvSpPr>
            <p:cNvPr id="370" name="Google Shape;370;p18"/>
            <p:cNvSpPr/>
            <p:nvPr/>
          </p:nvSpPr>
          <p:spPr>
            <a:xfrm>
              <a:off x="-49826" y="3775743"/>
              <a:ext cx="3945517" cy="1446246"/>
            </a:xfrm>
            <a:custGeom>
              <a:rect b="b" l="l" r="r" t="t"/>
              <a:pathLst>
                <a:path extrusionOk="0" h="24039" w="65581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1" name="Google Shape;371;p18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372" name="Google Shape;372;p18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rect b="b" l="l" r="r" t="t"/>
                <a:pathLst>
                  <a:path extrusionOk="0" fill="none" h="982" w="1689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8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rect b="b" l="l" r="r" t="t"/>
                <a:pathLst>
                  <a:path extrusionOk="0" fill="none" h="403" w="439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rect b="b" l="l" r="r" t="t"/>
                <a:pathLst>
                  <a:path extrusionOk="0" fill="none" h="880" w="5086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rect b="b" l="l" r="r" t="t"/>
                <a:pathLst>
                  <a:path extrusionOk="0" fill="none" h="301" w="468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rect b="b" l="l" r="r" t="t"/>
                <a:pathLst>
                  <a:path extrusionOk="0" fill="none" h="1275" w="217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8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rect b="b" l="l" r="r" t="t"/>
                <a:pathLst>
                  <a:path extrusionOk="0" fill="none" h="347" w="448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rect b="b" l="l" r="r" t="t"/>
                <a:pathLst>
                  <a:path extrusionOk="0" fill="none" h="1689" w="2025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rect b="b" l="l" r="r" t="t"/>
                <a:pathLst>
                  <a:path extrusionOk="0" fill="none" h="402" w="439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rect b="b" l="l" r="r" t="t"/>
                <a:pathLst>
                  <a:path extrusionOk="0" fill="none" h="251" w="564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rect b="b" l="l" r="r" t="t"/>
                <a:pathLst>
                  <a:path extrusionOk="0" fill="none" h="880" w="5085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rect b="b" l="l" r="r" t="t"/>
                <a:pathLst>
                  <a:path extrusionOk="0" fill="none" h="301" w="472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8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rect b="b" l="l" r="r" t="t"/>
                <a:pathLst>
                  <a:path extrusionOk="0" fill="none" h="1409" w="4308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rect b="b" l="l" r="r" t="t"/>
                <a:pathLst>
                  <a:path extrusionOk="0" fill="none" h="271" w="531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rect b="b" l="l" r="r" t="t"/>
                <a:pathLst>
                  <a:path extrusionOk="0" fill="none" h="735" w="2064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rect b="b" l="l" r="r" t="t"/>
                <a:pathLst>
                  <a:path extrusionOk="0" fill="none" h="339" w="442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rect b="b" l="l" r="r" t="t"/>
                <a:pathLst>
                  <a:path extrusionOk="0" fill="none" h="1778" w="2064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8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rect b="b" l="l" r="r" t="t"/>
                <a:pathLst>
                  <a:path extrusionOk="0" fill="none" h="399" w="439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8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8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8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rect b="b" l="l" r="r" t="t"/>
                <a:pathLst>
                  <a:path extrusionOk="0" fill="none" h="882" w="5086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8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rect b="b" l="l" r="r" t="t"/>
                <a:pathLst>
                  <a:path extrusionOk="0" fill="none" h="304" w="471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8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rect b="b" l="l" r="r" t="t"/>
                <a:pathLst>
                  <a:path extrusionOk="0" fill="none" h="1406" w="4309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8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rect b="b" l="l" r="r" t="t"/>
                <a:pathLst>
                  <a:path extrusionOk="0" fill="none" h="274" w="531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8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rect b="b" l="l" r="r" t="t"/>
                <a:pathLst>
                  <a:path extrusionOk="0" fill="none" h="748" w="4338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8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rect b="b" l="l" r="r" t="t"/>
                <a:pathLst>
                  <a:path extrusionOk="0" fill="none" h="248" w="251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0" name="Google Shape;400;p18"/>
            <p:cNvSpPr/>
            <p:nvPr/>
          </p:nvSpPr>
          <p:spPr>
            <a:xfrm>
              <a:off x="-50428" y="4184549"/>
              <a:ext cx="2975637" cy="1036841"/>
            </a:xfrm>
            <a:custGeom>
              <a:rect b="b" l="l" r="r" t="t"/>
              <a:pathLst>
                <a:path extrusionOk="0" h="17234" w="4946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1" name="Google Shape;401;p18"/>
          <p:cNvSpPr/>
          <p:nvPr/>
        </p:nvSpPr>
        <p:spPr>
          <a:xfrm>
            <a:off x="188825" y="315810"/>
            <a:ext cx="359511" cy="369226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 rot="6940958">
            <a:off x="8617204" y="2374795"/>
            <a:ext cx="653593" cy="727494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 rot="4562439">
            <a:off x="978948" y="428768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 rot="10486260">
            <a:off x="7090007" y="354846"/>
            <a:ext cx="461077" cy="47349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 txBox="1"/>
          <p:nvPr>
            <p:ph type="title"/>
          </p:nvPr>
        </p:nvSpPr>
        <p:spPr>
          <a:xfrm>
            <a:off x="4194650" y="1511413"/>
            <a:ext cx="41244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6" name="Google Shape;406;p18"/>
          <p:cNvSpPr txBox="1"/>
          <p:nvPr>
            <p:ph idx="1" type="subTitle"/>
          </p:nvPr>
        </p:nvSpPr>
        <p:spPr>
          <a:xfrm>
            <a:off x="4194650" y="3143413"/>
            <a:ext cx="41244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7" name="Google Shape;407;p18"/>
          <p:cNvSpPr/>
          <p:nvPr>
            <p:ph idx="2" type="pic"/>
          </p:nvPr>
        </p:nvSpPr>
        <p:spPr>
          <a:xfrm>
            <a:off x="824953" y="996333"/>
            <a:ext cx="3214200" cy="3150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19"/>
          <p:cNvGrpSpPr/>
          <p:nvPr/>
        </p:nvGrpSpPr>
        <p:grpSpPr>
          <a:xfrm rot="10800000">
            <a:off x="-57699" y="4538425"/>
            <a:ext cx="2775309" cy="888924"/>
            <a:chOff x="-837652" y="-229602"/>
            <a:chExt cx="2657070" cy="851052"/>
          </a:xfrm>
        </p:grpSpPr>
        <p:sp>
          <p:nvSpPr>
            <p:cNvPr id="410" name="Google Shape;410;p19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9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9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19"/>
          <p:cNvSpPr/>
          <p:nvPr/>
        </p:nvSpPr>
        <p:spPr>
          <a:xfrm flipH="1">
            <a:off x="-647733" y="109797"/>
            <a:ext cx="1474915" cy="474233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9"/>
          <p:cNvSpPr/>
          <p:nvPr/>
        </p:nvSpPr>
        <p:spPr>
          <a:xfrm flipH="1">
            <a:off x="8147740" y="68803"/>
            <a:ext cx="896643" cy="283296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8660895" y="140855"/>
            <a:ext cx="1225920" cy="394145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"/>
          <p:cNvSpPr/>
          <p:nvPr/>
        </p:nvSpPr>
        <p:spPr>
          <a:xfrm rot="4562439">
            <a:off x="8823816" y="100610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"/>
          <p:cNvSpPr/>
          <p:nvPr/>
        </p:nvSpPr>
        <p:spPr>
          <a:xfrm rot="4073461">
            <a:off x="432327" y="2856807"/>
            <a:ext cx="428467" cy="47689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"/>
          <p:cNvSpPr/>
          <p:nvPr/>
        </p:nvSpPr>
        <p:spPr>
          <a:xfrm rot="4562476">
            <a:off x="3071900" y="4502162"/>
            <a:ext cx="824155" cy="8463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"/>
          <p:cNvSpPr txBox="1"/>
          <p:nvPr>
            <p:ph type="title"/>
          </p:nvPr>
        </p:nvSpPr>
        <p:spPr>
          <a:xfrm>
            <a:off x="1283425" y="2001675"/>
            <a:ext cx="2848800" cy="5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0" name="Google Shape;420;p19"/>
          <p:cNvSpPr txBox="1"/>
          <p:nvPr>
            <p:ph idx="1" type="subTitle"/>
          </p:nvPr>
        </p:nvSpPr>
        <p:spPr>
          <a:xfrm>
            <a:off x="1283425" y="2466075"/>
            <a:ext cx="2848800" cy="7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0"/>
          <p:cNvGrpSpPr/>
          <p:nvPr/>
        </p:nvGrpSpPr>
        <p:grpSpPr>
          <a:xfrm>
            <a:off x="-82923" y="4010971"/>
            <a:ext cx="3136780" cy="1211042"/>
            <a:chOff x="-82675" y="3662775"/>
            <a:chExt cx="4038600" cy="1559215"/>
          </a:xfrm>
        </p:grpSpPr>
        <p:sp>
          <p:nvSpPr>
            <p:cNvPr id="423" name="Google Shape;423;p20"/>
            <p:cNvSpPr/>
            <p:nvPr/>
          </p:nvSpPr>
          <p:spPr>
            <a:xfrm>
              <a:off x="-49826" y="3775743"/>
              <a:ext cx="3945517" cy="1446246"/>
            </a:xfrm>
            <a:custGeom>
              <a:rect b="b" l="l" r="r" t="t"/>
              <a:pathLst>
                <a:path extrusionOk="0" h="24039" w="65581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4" name="Google Shape;424;p20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425" name="Google Shape;425;p20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rect b="b" l="l" r="r" t="t"/>
                <a:pathLst>
                  <a:path extrusionOk="0" fill="none" h="982" w="1689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rect b="b" l="l" r="r" t="t"/>
                <a:pathLst>
                  <a:path extrusionOk="0" fill="none" h="403" w="439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0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0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rect b="b" l="l" r="r" t="t"/>
                <a:pathLst>
                  <a:path extrusionOk="0" fill="none" h="880" w="5086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0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rect b="b" l="l" r="r" t="t"/>
                <a:pathLst>
                  <a:path extrusionOk="0" fill="none" h="301" w="468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0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rect b="b" l="l" r="r" t="t"/>
                <a:pathLst>
                  <a:path extrusionOk="0" fill="none" h="1275" w="217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0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rect b="b" l="l" r="r" t="t"/>
                <a:pathLst>
                  <a:path extrusionOk="0" fill="none" h="347" w="448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rect b="b" l="l" r="r" t="t"/>
                <a:pathLst>
                  <a:path extrusionOk="0" fill="none" h="1689" w="2025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0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rect b="b" l="l" r="r" t="t"/>
                <a:pathLst>
                  <a:path extrusionOk="0" fill="none" h="402" w="439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rect b="b" l="l" r="r" t="t"/>
                <a:pathLst>
                  <a:path extrusionOk="0" fill="none" h="251" w="564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0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rect b="b" l="l" r="r" t="t"/>
                <a:pathLst>
                  <a:path extrusionOk="0" fill="none" h="880" w="5085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0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rect b="b" l="l" r="r" t="t"/>
                <a:pathLst>
                  <a:path extrusionOk="0" fill="none" h="301" w="472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rect b="b" l="l" r="r" t="t"/>
                <a:pathLst>
                  <a:path extrusionOk="0" fill="none" h="1409" w="4308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0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rect b="b" l="l" r="r" t="t"/>
                <a:pathLst>
                  <a:path extrusionOk="0" fill="none" h="271" w="531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rect b="b" l="l" r="r" t="t"/>
                <a:pathLst>
                  <a:path extrusionOk="0" fill="none" h="735" w="2064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rect b="b" l="l" r="r" t="t"/>
                <a:pathLst>
                  <a:path extrusionOk="0" fill="none" h="339" w="442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rect b="b" l="l" r="r" t="t"/>
                <a:pathLst>
                  <a:path extrusionOk="0" fill="none" h="1778" w="2064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rect b="b" l="l" r="r" t="t"/>
                <a:pathLst>
                  <a:path extrusionOk="0" fill="none" h="399" w="439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rect b="b" l="l" r="r" t="t"/>
                <a:pathLst>
                  <a:path extrusionOk="0" fill="none" h="1867" w="4246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rect b="b" l="l" r="r" t="t"/>
                <a:pathLst>
                  <a:path extrusionOk="0" fill="none" h="251" w="563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rect b="b" l="l" r="r" t="t"/>
                <a:pathLst>
                  <a:path extrusionOk="0" fill="none" h="882" w="5086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rect b="b" l="l" r="r" t="t"/>
                <a:pathLst>
                  <a:path extrusionOk="0" fill="none" h="304" w="471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rect b="b" l="l" r="r" t="t"/>
                <a:pathLst>
                  <a:path extrusionOk="0" fill="none" h="1406" w="4309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rect b="b" l="l" r="r" t="t"/>
                <a:pathLst>
                  <a:path extrusionOk="0" fill="none" h="274" w="531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0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rect b="b" l="l" r="r" t="t"/>
                <a:pathLst>
                  <a:path extrusionOk="0" fill="none" h="748" w="4338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0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rect b="b" l="l" r="r" t="t"/>
                <a:pathLst>
                  <a:path extrusionOk="0" fill="none" h="248" w="251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cap="flat" cmpd="sng" w="9525">
                <a:solidFill>
                  <a:schemeClr val="accent3"/>
                </a:solidFill>
                <a:prstDash val="dash"/>
                <a:miter lim="329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3" name="Google Shape;453;p20"/>
            <p:cNvSpPr/>
            <p:nvPr/>
          </p:nvSpPr>
          <p:spPr>
            <a:xfrm>
              <a:off x="-50428" y="4184549"/>
              <a:ext cx="2975637" cy="1036841"/>
            </a:xfrm>
            <a:custGeom>
              <a:rect b="b" l="l" r="r" t="t"/>
              <a:pathLst>
                <a:path extrusionOk="0" h="17234" w="4946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20"/>
          <p:cNvGrpSpPr/>
          <p:nvPr/>
        </p:nvGrpSpPr>
        <p:grpSpPr>
          <a:xfrm>
            <a:off x="6620287" y="-353933"/>
            <a:ext cx="3242688" cy="1038709"/>
            <a:chOff x="-837652" y="-229602"/>
            <a:chExt cx="2657070" cy="851052"/>
          </a:xfrm>
        </p:grpSpPr>
        <p:sp>
          <p:nvSpPr>
            <p:cNvPr id="455" name="Google Shape;455;p20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20"/>
          <p:cNvSpPr/>
          <p:nvPr/>
        </p:nvSpPr>
        <p:spPr>
          <a:xfrm>
            <a:off x="164575" y="2853150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 rot="4073347">
            <a:off x="3056473" y="-115537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0"/>
          <p:cNvSpPr/>
          <p:nvPr/>
        </p:nvSpPr>
        <p:spPr>
          <a:xfrm rot="4562439">
            <a:off x="8884498" y="74455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"/>
          <p:cNvSpPr/>
          <p:nvPr/>
        </p:nvSpPr>
        <p:spPr>
          <a:xfrm rot="9353872">
            <a:off x="4316460" y="4324082"/>
            <a:ext cx="511066" cy="5688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 txBox="1"/>
          <p:nvPr>
            <p:ph idx="1" type="body"/>
          </p:nvPr>
        </p:nvSpPr>
        <p:spPr>
          <a:xfrm>
            <a:off x="720000" y="1122875"/>
            <a:ext cx="3852000" cy="23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0E4"/>
              </a:buClr>
              <a:buSzPts val="800"/>
              <a:buFont typeface="Nunito Light"/>
              <a:buChar char="●"/>
              <a:defRPr sz="11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0E4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463" name="Google Shape;46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-104736" y="4141130"/>
            <a:ext cx="1798156" cy="1058692"/>
          </a:xfrm>
          <a:custGeom>
            <a:rect b="b" l="l" r="r" t="t"/>
            <a:pathLst>
              <a:path extrusionOk="0" h="25563" w="43418">
                <a:moveTo>
                  <a:pt x="18972" y="1"/>
                </a:moveTo>
                <a:cubicBezTo>
                  <a:pt x="18007" y="1"/>
                  <a:pt x="17043" y="87"/>
                  <a:pt x="16095" y="260"/>
                </a:cubicBezTo>
                <a:cubicBezTo>
                  <a:pt x="13354" y="764"/>
                  <a:pt x="10793" y="1965"/>
                  <a:pt x="8098" y="2663"/>
                </a:cubicBezTo>
                <a:cubicBezTo>
                  <a:pt x="6905" y="2975"/>
                  <a:pt x="5642" y="3177"/>
                  <a:pt x="4401" y="3177"/>
                </a:cubicBezTo>
                <a:cubicBezTo>
                  <a:pt x="2841" y="3177"/>
                  <a:pt x="1314" y="2857"/>
                  <a:pt x="0" y="2034"/>
                </a:cubicBezTo>
                <a:lnTo>
                  <a:pt x="0" y="25562"/>
                </a:lnTo>
                <a:lnTo>
                  <a:pt x="43101" y="25562"/>
                </a:lnTo>
                <a:cubicBezTo>
                  <a:pt x="43417" y="23933"/>
                  <a:pt x="42437" y="22318"/>
                  <a:pt x="41236" y="21173"/>
                </a:cubicBezTo>
                <a:cubicBezTo>
                  <a:pt x="40035" y="20031"/>
                  <a:pt x="38573" y="19162"/>
                  <a:pt x="37488" y="17908"/>
                </a:cubicBezTo>
                <a:cubicBezTo>
                  <a:pt x="35516" y="15641"/>
                  <a:pt x="35039" y="12479"/>
                  <a:pt x="33845" y="9721"/>
                </a:cubicBezTo>
                <a:cubicBezTo>
                  <a:pt x="32400" y="6404"/>
                  <a:pt x="29807" y="3600"/>
                  <a:pt x="26615" y="1899"/>
                </a:cubicBezTo>
                <a:cubicBezTo>
                  <a:pt x="24274" y="649"/>
                  <a:pt x="21622" y="1"/>
                  <a:pt x="189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-104736" y="4660719"/>
            <a:ext cx="1501749" cy="539099"/>
          </a:xfrm>
          <a:custGeom>
            <a:rect b="b" l="l" r="r" t="t"/>
            <a:pathLst>
              <a:path extrusionOk="0" h="13017" w="36261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-354425" y="3872750"/>
            <a:ext cx="2342675" cy="1391775"/>
          </a:xfrm>
          <a:custGeom>
            <a:rect b="b" l="l" r="r" t="t"/>
            <a:pathLst>
              <a:path extrusionOk="0" h="55671" w="93707">
                <a:moveTo>
                  <a:pt x="0" y="0"/>
                </a:moveTo>
                <a:cubicBezTo>
                  <a:pt x="7546" y="2829"/>
                  <a:pt x="15157" y="7807"/>
                  <a:pt x="23167" y="6916"/>
                </a:cubicBezTo>
                <a:cubicBezTo>
                  <a:pt x="33033" y="5819"/>
                  <a:pt x="42386" y="-1058"/>
                  <a:pt x="52213" y="346"/>
                </a:cubicBezTo>
                <a:cubicBezTo>
                  <a:pt x="63493" y="1958"/>
                  <a:pt x="66357" y="18217"/>
                  <a:pt x="73651" y="26971"/>
                </a:cubicBezTo>
                <a:cubicBezTo>
                  <a:pt x="77638" y="31756"/>
                  <a:pt x="83770" y="34324"/>
                  <a:pt x="88174" y="38728"/>
                </a:cubicBezTo>
                <a:cubicBezTo>
                  <a:pt x="92375" y="42929"/>
                  <a:pt x="93707" y="49730"/>
                  <a:pt x="93707" y="5567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68" name="Google Shape;468;p21"/>
          <p:cNvSpPr/>
          <p:nvPr/>
        </p:nvSpPr>
        <p:spPr>
          <a:xfrm flipH="1">
            <a:off x="7225564" y="4283159"/>
            <a:ext cx="1048175" cy="331157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"/>
          <p:cNvSpPr/>
          <p:nvPr/>
        </p:nvSpPr>
        <p:spPr>
          <a:xfrm flipH="1">
            <a:off x="7730058" y="4231401"/>
            <a:ext cx="1781180" cy="572705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21"/>
          <p:cNvGrpSpPr/>
          <p:nvPr/>
        </p:nvGrpSpPr>
        <p:grpSpPr>
          <a:xfrm>
            <a:off x="6664150" y="-1115431"/>
            <a:ext cx="3097801" cy="2889117"/>
            <a:chOff x="6664150" y="-1115431"/>
            <a:chExt cx="3097801" cy="2889117"/>
          </a:xfrm>
        </p:grpSpPr>
        <p:sp>
          <p:nvSpPr>
            <p:cNvPr id="471" name="Google Shape;471;p21"/>
            <p:cNvSpPr/>
            <p:nvPr/>
          </p:nvSpPr>
          <p:spPr>
            <a:xfrm rot="-8442439">
              <a:off x="6660615" y="-182671"/>
              <a:ext cx="3104871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472" name="Google Shape;472;p21"/>
            <p:cNvSpPr/>
            <p:nvPr/>
          </p:nvSpPr>
          <p:spPr>
            <a:xfrm rot="-8442165">
              <a:off x="6955493" y="-377746"/>
              <a:ext cx="2721173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473" name="Google Shape;473;p21"/>
          <p:cNvSpPr/>
          <p:nvPr/>
        </p:nvSpPr>
        <p:spPr>
          <a:xfrm>
            <a:off x="-209275" y="2890875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 rot="4073347">
            <a:off x="3244248" y="4379613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 rot="4562439">
            <a:off x="6057873" y="-256392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 rot="9353872">
            <a:off x="8771410" y="1581994"/>
            <a:ext cx="511066" cy="5688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8" name="Google Shape;478;p21"/>
          <p:cNvSpPr txBox="1"/>
          <p:nvPr>
            <p:ph idx="1" type="subTitle"/>
          </p:nvPr>
        </p:nvSpPr>
        <p:spPr>
          <a:xfrm>
            <a:off x="823725" y="2515325"/>
            <a:ext cx="23367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79" name="Google Shape;479;p21"/>
          <p:cNvSpPr txBox="1"/>
          <p:nvPr>
            <p:ph idx="2" type="subTitle"/>
          </p:nvPr>
        </p:nvSpPr>
        <p:spPr>
          <a:xfrm>
            <a:off x="823725" y="2823650"/>
            <a:ext cx="2336700" cy="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0" name="Google Shape;480;p21"/>
          <p:cNvSpPr txBox="1"/>
          <p:nvPr>
            <p:ph idx="3" type="subTitle"/>
          </p:nvPr>
        </p:nvSpPr>
        <p:spPr>
          <a:xfrm>
            <a:off x="3403661" y="2823650"/>
            <a:ext cx="2336700" cy="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1" name="Google Shape;481;p21"/>
          <p:cNvSpPr txBox="1"/>
          <p:nvPr>
            <p:ph idx="4" type="subTitle"/>
          </p:nvPr>
        </p:nvSpPr>
        <p:spPr>
          <a:xfrm>
            <a:off x="5983572" y="2823650"/>
            <a:ext cx="2336700" cy="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2" name="Google Shape;482;p21"/>
          <p:cNvSpPr txBox="1"/>
          <p:nvPr>
            <p:ph idx="5" type="subTitle"/>
          </p:nvPr>
        </p:nvSpPr>
        <p:spPr>
          <a:xfrm>
            <a:off x="3403657" y="2515325"/>
            <a:ext cx="23367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3" name="Google Shape;483;p21"/>
          <p:cNvSpPr txBox="1"/>
          <p:nvPr>
            <p:ph idx="6" type="subTitle"/>
          </p:nvPr>
        </p:nvSpPr>
        <p:spPr>
          <a:xfrm>
            <a:off x="5983564" y="2515325"/>
            <a:ext cx="23367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22"/>
          <p:cNvGrpSpPr/>
          <p:nvPr/>
        </p:nvGrpSpPr>
        <p:grpSpPr>
          <a:xfrm flipH="1" rot="10800000">
            <a:off x="6521471" y="4538425"/>
            <a:ext cx="2775309" cy="888924"/>
            <a:chOff x="-837652" y="-229602"/>
            <a:chExt cx="2657070" cy="851052"/>
          </a:xfrm>
        </p:grpSpPr>
        <p:sp>
          <p:nvSpPr>
            <p:cNvPr id="486" name="Google Shape;486;p22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2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2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22"/>
          <p:cNvSpPr/>
          <p:nvPr/>
        </p:nvSpPr>
        <p:spPr>
          <a:xfrm>
            <a:off x="8583649" y="100809"/>
            <a:ext cx="1474915" cy="474233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8347889" y="100808"/>
            <a:ext cx="867954" cy="274214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194698" y="68803"/>
            <a:ext cx="896643" cy="283296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 flipH="1">
            <a:off x="-647733" y="140855"/>
            <a:ext cx="1225920" cy="394145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 flipH="1" rot="-4073347">
            <a:off x="7196034" y="-153462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 flipH="1" rot="-4562439">
            <a:off x="-209590" y="390708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 flipH="1" rot="-4073420">
            <a:off x="8993437" y="1091819"/>
            <a:ext cx="311846" cy="34710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7" name="Google Shape;497;p22"/>
          <p:cNvSpPr txBox="1"/>
          <p:nvPr>
            <p:ph idx="1" type="subTitle"/>
          </p:nvPr>
        </p:nvSpPr>
        <p:spPr>
          <a:xfrm>
            <a:off x="726516" y="1826274"/>
            <a:ext cx="35958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8" name="Google Shape;498;p22"/>
          <p:cNvSpPr txBox="1"/>
          <p:nvPr>
            <p:ph idx="2" type="subTitle"/>
          </p:nvPr>
        </p:nvSpPr>
        <p:spPr>
          <a:xfrm>
            <a:off x="726482" y="2915818"/>
            <a:ext cx="35916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9" name="Google Shape;499;p22"/>
          <p:cNvSpPr txBox="1"/>
          <p:nvPr>
            <p:ph idx="3" type="subTitle"/>
          </p:nvPr>
        </p:nvSpPr>
        <p:spPr>
          <a:xfrm>
            <a:off x="724319" y="4005350"/>
            <a:ext cx="35916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0" name="Google Shape;500;p22"/>
          <p:cNvSpPr txBox="1"/>
          <p:nvPr>
            <p:ph idx="4" type="subTitle"/>
          </p:nvPr>
        </p:nvSpPr>
        <p:spPr>
          <a:xfrm>
            <a:off x="722197" y="1270400"/>
            <a:ext cx="3593400" cy="60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1" name="Google Shape;501;p22"/>
          <p:cNvSpPr txBox="1"/>
          <p:nvPr>
            <p:ph idx="5" type="subTitle"/>
          </p:nvPr>
        </p:nvSpPr>
        <p:spPr>
          <a:xfrm>
            <a:off x="722162" y="2359950"/>
            <a:ext cx="3589500" cy="60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2" name="Google Shape;502;p22"/>
          <p:cNvSpPr txBox="1"/>
          <p:nvPr>
            <p:ph idx="6" type="subTitle"/>
          </p:nvPr>
        </p:nvSpPr>
        <p:spPr>
          <a:xfrm>
            <a:off x="720000" y="3449500"/>
            <a:ext cx="3589500" cy="60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23"/>
          <p:cNvGrpSpPr/>
          <p:nvPr/>
        </p:nvGrpSpPr>
        <p:grpSpPr>
          <a:xfrm>
            <a:off x="5621308" y="-410776"/>
            <a:ext cx="3704221" cy="1186452"/>
            <a:chOff x="-837652" y="-229602"/>
            <a:chExt cx="2657070" cy="851052"/>
          </a:xfrm>
        </p:grpSpPr>
        <p:sp>
          <p:nvSpPr>
            <p:cNvPr id="505" name="Google Shape;505;p23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23"/>
          <p:cNvSpPr/>
          <p:nvPr/>
        </p:nvSpPr>
        <p:spPr>
          <a:xfrm>
            <a:off x="-229049" y="4451736"/>
            <a:ext cx="3704153" cy="937990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-86450" y="4711050"/>
            <a:ext cx="3354123" cy="937990"/>
          </a:xfrm>
          <a:custGeom>
            <a:rect b="b" l="l" r="r" t="t"/>
            <a:pathLst>
              <a:path extrusionOk="0" fill="none" h="19031" w="75154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cap="flat" cmpd="sng" w="9525">
            <a:solidFill>
              <a:schemeClr val="accent3"/>
            </a:solidFill>
            <a:prstDash val="dash"/>
            <a:miter lim="329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-273875" y="249775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3"/>
          <p:cNvSpPr/>
          <p:nvPr/>
        </p:nvSpPr>
        <p:spPr>
          <a:xfrm rot="4073347">
            <a:off x="4366373" y="4499513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 rot="4562439">
            <a:off x="8320398" y="69675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3"/>
          <p:cNvSpPr/>
          <p:nvPr/>
        </p:nvSpPr>
        <p:spPr>
          <a:xfrm rot="4073420">
            <a:off x="8272979" y="4644744"/>
            <a:ext cx="311846" cy="34710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 rot="4562481">
            <a:off x="282196" y="3952798"/>
            <a:ext cx="536223" cy="550651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6" name="Google Shape;516;p23"/>
          <p:cNvSpPr txBox="1"/>
          <p:nvPr>
            <p:ph idx="1" type="subTitle"/>
          </p:nvPr>
        </p:nvSpPr>
        <p:spPr>
          <a:xfrm>
            <a:off x="838961" y="1585302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7" name="Google Shape;517;p23"/>
          <p:cNvSpPr txBox="1"/>
          <p:nvPr>
            <p:ph idx="2" type="subTitle"/>
          </p:nvPr>
        </p:nvSpPr>
        <p:spPr>
          <a:xfrm>
            <a:off x="839025" y="1902399"/>
            <a:ext cx="2280600" cy="69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8" name="Google Shape;518;p23"/>
          <p:cNvSpPr txBox="1"/>
          <p:nvPr>
            <p:ph idx="3" type="subTitle"/>
          </p:nvPr>
        </p:nvSpPr>
        <p:spPr>
          <a:xfrm>
            <a:off x="6024300" y="1902399"/>
            <a:ext cx="2280600" cy="69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9" name="Google Shape;519;p23"/>
          <p:cNvSpPr txBox="1"/>
          <p:nvPr>
            <p:ph idx="4" type="subTitle"/>
          </p:nvPr>
        </p:nvSpPr>
        <p:spPr>
          <a:xfrm>
            <a:off x="839025" y="3379274"/>
            <a:ext cx="2280600" cy="69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0" name="Google Shape;520;p23"/>
          <p:cNvSpPr txBox="1"/>
          <p:nvPr>
            <p:ph idx="5" type="subTitle"/>
          </p:nvPr>
        </p:nvSpPr>
        <p:spPr>
          <a:xfrm>
            <a:off x="6024300" y="3379274"/>
            <a:ext cx="2280600" cy="69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23"/>
          <p:cNvSpPr txBox="1"/>
          <p:nvPr>
            <p:ph idx="6" type="subTitle"/>
          </p:nvPr>
        </p:nvSpPr>
        <p:spPr>
          <a:xfrm>
            <a:off x="839021" y="3062177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2" name="Google Shape;522;p23"/>
          <p:cNvSpPr txBox="1"/>
          <p:nvPr>
            <p:ph idx="7" type="subTitle"/>
          </p:nvPr>
        </p:nvSpPr>
        <p:spPr>
          <a:xfrm>
            <a:off x="6024287" y="1585302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3" name="Google Shape;523;p23"/>
          <p:cNvSpPr txBox="1"/>
          <p:nvPr>
            <p:ph idx="8" type="subTitle"/>
          </p:nvPr>
        </p:nvSpPr>
        <p:spPr>
          <a:xfrm>
            <a:off x="6024287" y="3062177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24"/>
          <p:cNvGrpSpPr/>
          <p:nvPr/>
        </p:nvGrpSpPr>
        <p:grpSpPr>
          <a:xfrm rot="10800000">
            <a:off x="-362317" y="4538425"/>
            <a:ext cx="2775309" cy="888924"/>
            <a:chOff x="-837652" y="-229602"/>
            <a:chExt cx="2657070" cy="851052"/>
          </a:xfrm>
        </p:grpSpPr>
        <p:sp>
          <p:nvSpPr>
            <p:cNvPr id="526" name="Google Shape;526;p24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9" name="Google Shape;529;p24"/>
          <p:cNvSpPr/>
          <p:nvPr/>
        </p:nvSpPr>
        <p:spPr>
          <a:xfrm flipH="1">
            <a:off x="-952352" y="109797"/>
            <a:ext cx="1474915" cy="474233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4"/>
          <p:cNvSpPr/>
          <p:nvPr/>
        </p:nvSpPr>
        <p:spPr>
          <a:xfrm flipH="1">
            <a:off x="-109630" y="109796"/>
            <a:ext cx="867954" cy="274214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4"/>
          <p:cNvSpPr/>
          <p:nvPr/>
        </p:nvSpPr>
        <p:spPr>
          <a:xfrm flipH="1">
            <a:off x="7968281" y="202202"/>
            <a:ext cx="932424" cy="294593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8501912" y="277129"/>
            <a:ext cx="1274825" cy="409871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4"/>
          <p:cNvSpPr/>
          <p:nvPr/>
        </p:nvSpPr>
        <p:spPr>
          <a:xfrm>
            <a:off x="-109625" y="3748888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4"/>
          <p:cNvSpPr/>
          <p:nvPr/>
        </p:nvSpPr>
        <p:spPr>
          <a:xfrm rot="4073347">
            <a:off x="6678148" y="249988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 rot="4562439">
            <a:off x="8692098" y="179413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4"/>
          <p:cNvSpPr/>
          <p:nvPr/>
        </p:nvSpPr>
        <p:spPr>
          <a:xfrm rot="4073420">
            <a:off x="8272979" y="4644744"/>
            <a:ext cx="311846" cy="34710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 rot="4562481">
            <a:off x="3265046" y="4771635"/>
            <a:ext cx="536223" cy="550651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4"/>
          <p:cNvSpPr txBox="1"/>
          <p:nvPr>
            <p:ph idx="1" type="subTitle"/>
          </p:nvPr>
        </p:nvSpPr>
        <p:spPr>
          <a:xfrm>
            <a:off x="832150" y="2160744"/>
            <a:ext cx="1722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9" name="Google Shape;539;p24"/>
          <p:cNvSpPr txBox="1"/>
          <p:nvPr>
            <p:ph idx="2" type="subTitle"/>
          </p:nvPr>
        </p:nvSpPr>
        <p:spPr>
          <a:xfrm>
            <a:off x="3490626" y="2160744"/>
            <a:ext cx="1722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0" name="Google Shape;540;p24"/>
          <p:cNvSpPr txBox="1"/>
          <p:nvPr>
            <p:ph idx="3" type="subTitle"/>
          </p:nvPr>
        </p:nvSpPr>
        <p:spPr>
          <a:xfrm>
            <a:off x="6149132" y="2160744"/>
            <a:ext cx="17181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1" name="Google Shape;541;p24"/>
          <p:cNvSpPr txBox="1"/>
          <p:nvPr>
            <p:ph idx="4" type="subTitle"/>
          </p:nvPr>
        </p:nvSpPr>
        <p:spPr>
          <a:xfrm>
            <a:off x="832150" y="3838248"/>
            <a:ext cx="1722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2" name="Google Shape;542;p24"/>
          <p:cNvSpPr txBox="1"/>
          <p:nvPr>
            <p:ph idx="5" type="subTitle"/>
          </p:nvPr>
        </p:nvSpPr>
        <p:spPr>
          <a:xfrm>
            <a:off x="3490626" y="3838250"/>
            <a:ext cx="1722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3" name="Google Shape;543;p24"/>
          <p:cNvSpPr txBox="1"/>
          <p:nvPr>
            <p:ph idx="6" type="subTitle"/>
          </p:nvPr>
        </p:nvSpPr>
        <p:spPr>
          <a:xfrm>
            <a:off x="6149132" y="3838250"/>
            <a:ext cx="17181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4" name="Google Shape;544;p24"/>
          <p:cNvSpPr txBox="1"/>
          <p:nvPr>
            <p:ph idx="7" type="subTitle"/>
          </p:nvPr>
        </p:nvSpPr>
        <p:spPr>
          <a:xfrm>
            <a:off x="832150" y="1838175"/>
            <a:ext cx="172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5" name="Google Shape;545;p24"/>
          <p:cNvSpPr txBox="1"/>
          <p:nvPr>
            <p:ph idx="8" type="subTitle"/>
          </p:nvPr>
        </p:nvSpPr>
        <p:spPr>
          <a:xfrm>
            <a:off x="3489525" y="1838175"/>
            <a:ext cx="172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6" name="Google Shape;546;p24"/>
          <p:cNvSpPr txBox="1"/>
          <p:nvPr>
            <p:ph idx="9" type="subTitle"/>
          </p:nvPr>
        </p:nvSpPr>
        <p:spPr>
          <a:xfrm>
            <a:off x="6147175" y="1838175"/>
            <a:ext cx="1722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7" name="Google Shape;547;p24"/>
          <p:cNvSpPr txBox="1"/>
          <p:nvPr>
            <p:ph idx="13" type="subTitle"/>
          </p:nvPr>
        </p:nvSpPr>
        <p:spPr>
          <a:xfrm>
            <a:off x="832150" y="3515681"/>
            <a:ext cx="172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8" name="Google Shape;548;p24"/>
          <p:cNvSpPr txBox="1"/>
          <p:nvPr>
            <p:ph idx="14" type="subTitle"/>
          </p:nvPr>
        </p:nvSpPr>
        <p:spPr>
          <a:xfrm>
            <a:off x="3489525" y="3515671"/>
            <a:ext cx="172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9" name="Google Shape;549;p24"/>
          <p:cNvSpPr txBox="1"/>
          <p:nvPr>
            <p:ph idx="15" type="subTitle"/>
          </p:nvPr>
        </p:nvSpPr>
        <p:spPr>
          <a:xfrm>
            <a:off x="6147175" y="3515671"/>
            <a:ext cx="1722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0" name="Google Shape;550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5"/>
          <p:cNvGrpSpPr/>
          <p:nvPr/>
        </p:nvGrpSpPr>
        <p:grpSpPr>
          <a:xfrm flipH="1">
            <a:off x="-560339" y="-1184606"/>
            <a:ext cx="3097801" cy="2889117"/>
            <a:chOff x="6664150" y="-1115431"/>
            <a:chExt cx="3097801" cy="2889117"/>
          </a:xfrm>
        </p:grpSpPr>
        <p:sp>
          <p:nvSpPr>
            <p:cNvPr id="553" name="Google Shape;553;p25"/>
            <p:cNvSpPr/>
            <p:nvPr/>
          </p:nvSpPr>
          <p:spPr>
            <a:xfrm rot="-8442439">
              <a:off x="6660615" y="-182671"/>
              <a:ext cx="3104871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554" name="Google Shape;554;p25"/>
            <p:cNvSpPr/>
            <p:nvPr/>
          </p:nvSpPr>
          <p:spPr>
            <a:xfrm rot="-8442165">
              <a:off x="6955493" y="-377746"/>
              <a:ext cx="2721173" cy="1097261"/>
            </a:xfrm>
            <a:custGeom>
              <a:rect b="b" l="l" r="r" t="t"/>
              <a:pathLst>
                <a:path extrusionOk="0" h="32505" w="91978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555" name="Google Shape;555;p25"/>
          <p:cNvSpPr/>
          <p:nvPr/>
        </p:nvSpPr>
        <p:spPr>
          <a:xfrm flipH="1">
            <a:off x="-169416" y="2090525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5"/>
          <p:cNvSpPr/>
          <p:nvPr/>
        </p:nvSpPr>
        <p:spPr>
          <a:xfrm flipH="1" rot="-4073347">
            <a:off x="324808" y="4828713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5"/>
          <p:cNvSpPr/>
          <p:nvPr/>
        </p:nvSpPr>
        <p:spPr>
          <a:xfrm flipH="1" rot="-4562439">
            <a:off x="8624209" y="114013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"/>
          <p:cNvSpPr txBox="1"/>
          <p:nvPr>
            <p:ph type="title"/>
          </p:nvPr>
        </p:nvSpPr>
        <p:spPr>
          <a:xfrm>
            <a:off x="720000" y="445025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9" name="Google Shape;559;p25"/>
          <p:cNvSpPr txBox="1"/>
          <p:nvPr>
            <p:ph hasCustomPrompt="1" idx="2" type="title"/>
          </p:nvPr>
        </p:nvSpPr>
        <p:spPr>
          <a:xfrm>
            <a:off x="715177" y="1314225"/>
            <a:ext cx="3753900" cy="69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5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60" name="Google Shape;560;p25"/>
          <p:cNvSpPr txBox="1"/>
          <p:nvPr>
            <p:ph idx="1" type="subTitle"/>
          </p:nvPr>
        </p:nvSpPr>
        <p:spPr>
          <a:xfrm flipH="1">
            <a:off x="715025" y="1961651"/>
            <a:ext cx="37542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1" name="Google Shape;561;p25"/>
          <p:cNvSpPr txBox="1"/>
          <p:nvPr>
            <p:ph hasCustomPrompt="1" idx="3" type="title"/>
          </p:nvPr>
        </p:nvSpPr>
        <p:spPr>
          <a:xfrm>
            <a:off x="715177" y="3047572"/>
            <a:ext cx="3753900" cy="69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5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62" name="Google Shape;562;p25"/>
          <p:cNvSpPr txBox="1"/>
          <p:nvPr>
            <p:ph idx="4" type="subTitle"/>
          </p:nvPr>
        </p:nvSpPr>
        <p:spPr>
          <a:xfrm flipH="1">
            <a:off x="715025" y="3714500"/>
            <a:ext cx="37542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 txBox="1"/>
          <p:nvPr/>
        </p:nvSpPr>
        <p:spPr>
          <a:xfrm>
            <a:off x="3918394" y="3573566"/>
            <a:ext cx="4510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b="1" sz="1200" u="sng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565" name="Google Shape;565;p26"/>
          <p:cNvGrpSpPr/>
          <p:nvPr/>
        </p:nvGrpSpPr>
        <p:grpSpPr>
          <a:xfrm rot="10800000">
            <a:off x="-157033" y="4129781"/>
            <a:ext cx="4046717" cy="1296152"/>
            <a:chOff x="-837652" y="-229602"/>
            <a:chExt cx="2657070" cy="851052"/>
          </a:xfrm>
        </p:grpSpPr>
        <p:sp>
          <p:nvSpPr>
            <p:cNvPr id="566" name="Google Shape;566;p26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26"/>
          <p:cNvGrpSpPr/>
          <p:nvPr/>
        </p:nvGrpSpPr>
        <p:grpSpPr>
          <a:xfrm>
            <a:off x="-340848" y="-234976"/>
            <a:ext cx="2288075" cy="1384707"/>
            <a:chOff x="6505713" y="-268000"/>
            <a:chExt cx="3051580" cy="1846768"/>
          </a:xfrm>
        </p:grpSpPr>
        <p:sp>
          <p:nvSpPr>
            <p:cNvPr id="570" name="Google Shape;570;p26"/>
            <p:cNvSpPr/>
            <p:nvPr/>
          </p:nvSpPr>
          <p:spPr>
            <a:xfrm flipH="1" rot="10800000">
              <a:off x="6711463" y="-197562"/>
              <a:ext cx="2517267" cy="1482079"/>
            </a:xfrm>
            <a:custGeom>
              <a:rect b="b" l="l" r="r" t="t"/>
              <a:pathLst>
                <a:path extrusionOk="0" h="25563" w="43418">
                  <a:moveTo>
                    <a:pt x="18972" y="1"/>
                  </a:moveTo>
                  <a:cubicBezTo>
                    <a:pt x="18007" y="1"/>
                    <a:pt x="17043" y="87"/>
                    <a:pt x="16095" y="260"/>
                  </a:cubicBezTo>
                  <a:cubicBezTo>
                    <a:pt x="13354" y="764"/>
                    <a:pt x="10793" y="1965"/>
                    <a:pt x="8098" y="2663"/>
                  </a:cubicBezTo>
                  <a:cubicBezTo>
                    <a:pt x="6905" y="2975"/>
                    <a:pt x="5642" y="3177"/>
                    <a:pt x="4401" y="3177"/>
                  </a:cubicBezTo>
                  <a:cubicBezTo>
                    <a:pt x="2841" y="3177"/>
                    <a:pt x="1314" y="2857"/>
                    <a:pt x="0" y="2034"/>
                  </a:cubicBezTo>
                  <a:lnTo>
                    <a:pt x="0" y="25562"/>
                  </a:lnTo>
                  <a:lnTo>
                    <a:pt x="43101" y="25562"/>
                  </a:lnTo>
                  <a:cubicBezTo>
                    <a:pt x="43417" y="23933"/>
                    <a:pt x="42437" y="22318"/>
                    <a:pt x="41236" y="21173"/>
                  </a:cubicBezTo>
                  <a:cubicBezTo>
                    <a:pt x="40035" y="20031"/>
                    <a:pt x="38573" y="19162"/>
                    <a:pt x="37488" y="17908"/>
                  </a:cubicBezTo>
                  <a:cubicBezTo>
                    <a:pt x="35516" y="15641"/>
                    <a:pt x="35039" y="12479"/>
                    <a:pt x="33845" y="9721"/>
                  </a:cubicBezTo>
                  <a:cubicBezTo>
                    <a:pt x="32400" y="6404"/>
                    <a:pt x="29807" y="3600"/>
                    <a:pt x="26615" y="1899"/>
                  </a:cubicBezTo>
                  <a:cubicBezTo>
                    <a:pt x="24274" y="649"/>
                    <a:pt x="21622" y="1"/>
                    <a:pt x="189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 flipH="1" rot="10800000">
              <a:off x="6711463" y="-197560"/>
              <a:ext cx="2102322" cy="754693"/>
            </a:xfrm>
            <a:custGeom>
              <a:rect b="b" l="l" r="r" t="t"/>
              <a:pathLst>
                <a:path extrusionOk="0" h="13017" w="36261">
                  <a:moveTo>
                    <a:pt x="8384" y="1"/>
                  </a:moveTo>
                  <a:cubicBezTo>
                    <a:pt x="5020" y="1"/>
                    <a:pt x="1613" y="1793"/>
                    <a:pt x="0" y="4777"/>
                  </a:cubicBezTo>
                  <a:lnTo>
                    <a:pt x="0" y="13016"/>
                  </a:lnTo>
                  <a:lnTo>
                    <a:pt x="36260" y="13016"/>
                  </a:lnTo>
                  <a:cubicBezTo>
                    <a:pt x="35829" y="11269"/>
                    <a:pt x="35039" y="9574"/>
                    <a:pt x="33769" y="8304"/>
                  </a:cubicBezTo>
                  <a:cubicBezTo>
                    <a:pt x="32596" y="7128"/>
                    <a:pt x="30983" y="6352"/>
                    <a:pt x="29334" y="6352"/>
                  </a:cubicBezTo>
                  <a:cubicBezTo>
                    <a:pt x="29193" y="6352"/>
                    <a:pt x="29051" y="6357"/>
                    <a:pt x="28909" y="6369"/>
                  </a:cubicBezTo>
                  <a:cubicBezTo>
                    <a:pt x="26422" y="6575"/>
                    <a:pt x="24149" y="8522"/>
                    <a:pt x="21765" y="8522"/>
                  </a:cubicBezTo>
                  <a:cubicBezTo>
                    <a:pt x="21442" y="8522"/>
                    <a:pt x="21118" y="8487"/>
                    <a:pt x="20791" y="8406"/>
                  </a:cubicBezTo>
                  <a:cubicBezTo>
                    <a:pt x="18744" y="7903"/>
                    <a:pt x="17543" y="5862"/>
                    <a:pt x="16226" y="4217"/>
                  </a:cubicBezTo>
                  <a:cubicBezTo>
                    <a:pt x="15098" y="2809"/>
                    <a:pt x="13722" y="1575"/>
                    <a:pt x="12087" y="805"/>
                  </a:cubicBezTo>
                  <a:cubicBezTo>
                    <a:pt x="10925" y="258"/>
                    <a:pt x="9658" y="1"/>
                    <a:pt x="8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 flipH="1" rot="10800000">
              <a:off x="6505713" y="-268000"/>
              <a:ext cx="3051580" cy="1846768"/>
            </a:xfrm>
            <a:custGeom>
              <a:rect b="b" l="l" r="r" t="t"/>
              <a:pathLst>
                <a:path extrusionOk="0" h="75726" w="128312">
                  <a:moveTo>
                    <a:pt x="0" y="0"/>
                  </a:moveTo>
                  <a:cubicBezTo>
                    <a:pt x="3478" y="8110"/>
                    <a:pt x="15449" y="11814"/>
                    <a:pt x="24205" y="10719"/>
                  </a:cubicBezTo>
                  <a:cubicBezTo>
                    <a:pt x="32250" y="9713"/>
                    <a:pt x="39768" y="6086"/>
                    <a:pt x="47718" y="4495"/>
                  </a:cubicBezTo>
                  <a:cubicBezTo>
                    <a:pt x="54910" y="3056"/>
                    <a:pt x="62450" y="5590"/>
                    <a:pt x="69502" y="7607"/>
                  </a:cubicBezTo>
                  <a:cubicBezTo>
                    <a:pt x="80015" y="10613"/>
                    <a:pt x="90849" y="16902"/>
                    <a:pt x="96473" y="26279"/>
                  </a:cubicBezTo>
                  <a:cubicBezTo>
                    <a:pt x="100080" y="32292"/>
                    <a:pt x="100275" y="40580"/>
                    <a:pt x="105464" y="45297"/>
                  </a:cubicBezTo>
                  <a:cubicBezTo>
                    <a:pt x="114694" y="53688"/>
                    <a:pt x="132827" y="64569"/>
                    <a:pt x="127248" y="75726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573" name="Google Shape;573;p26"/>
          <p:cNvSpPr/>
          <p:nvPr/>
        </p:nvSpPr>
        <p:spPr>
          <a:xfrm flipH="1">
            <a:off x="7407572" y="174250"/>
            <a:ext cx="889041" cy="280877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6"/>
          <p:cNvSpPr/>
          <p:nvPr/>
        </p:nvSpPr>
        <p:spPr>
          <a:xfrm flipH="1">
            <a:off x="7835435" y="130349"/>
            <a:ext cx="1510796" cy="485750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6"/>
          <p:cNvSpPr/>
          <p:nvPr/>
        </p:nvSpPr>
        <p:spPr>
          <a:xfrm rot="4562313">
            <a:off x="8960548" y="2656225"/>
            <a:ext cx="398739" cy="409499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 rot="6941015">
            <a:off x="2579575" y="-164982"/>
            <a:ext cx="517581" cy="57611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6"/>
          <p:cNvSpPr/>
          <p:nvPr/>
        </p:nvSpPr>
        <p:spPr>
          <a:xfrm rot="4562439">
            <a:off x="7539685" y="4668283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6"/>
          <p:cNvSpPr txBox="1"/>
          <p:nvPr>
            <p:ph type="title"/>
          </p:nvPr>
        </p:nvSpPr>
        <p:spPr>
          <a:xfrm>
            <a:off x="3918394" y="730200"/>
            <a:ext cx="4510500" cy="11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7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9" name="Google Shape;579;p26"/>
          <p:cNvSpPr txBox="1"/>
          <p:nvPr>
            <p:ph idx="1" type="subTitle"/>
          </p:nvPr>
        </p:nvSpPr>
        <p:spPr>
          <a:xfrm>
            <a:off x="3918394" y="1876850"/>
            <a:ext cx="45105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581;p27"/>
          <p:cNvGrpSpPr/>
          <p:nvPr/>
        </p:nvGrpSpPr>
        <p:grpSpPr>
          <a:xfrm>
            <a:off x="-263475" y="4608500"/>
            <a:ext cx="2110826" cy="1254679"/>
            <a:chOff x="-131400" y="4035800"/>
            <a:chExt cx="2110826" cy="1254679"/>
          </a:xfrm>
        </p:grpSpPr>
        <p:sp>
          <p:nvSpPr>
            <p:cNvPr id="582" name="Google Shape;582;p27"/>
            <p:cNvSpPr/>
            <p:nvPr/>
          </p:nvSpPr>
          <p:spPr>
            <a:xfrm>
              <a:off x="-131400" y="4218273"/>
              <a:ext cx="1912205" cy="1072206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583" name="Google Shape;583;p27"/>
            <p:cNvSpPr/>
            <p:nvPr/>
          </p:nvSpPr>
          <p:spPr>
            <a:xfrm>
              <a:off x="-131400" y="4035800"/>
              <a:ext cx="2110826" cy="1185484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584" name="Google Shape;584;p27"/>
          <p:cNvSpPr/>
          <p:nvPr/>
        </p:nvSpPr>
        <p:spPr>
          <a:xfrm>
            <a:off x="974013" y="245734"/>
            <a:ext cx="1048175" cy="331157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-263486" y="193976"/>
            <a:ext cx="1781180" cy="572705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8736788" y="4327884"/>
            <a:ext cx="1048175" cy="331157"/>
          </a:xfrm>
          <a:custGeom>
            <a:rect b="b" l="l" r="r" t="t"/>
            <a:pathLst>
              <a:path extrusionOk="0" h="3395" w="10745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7499289" y="4276126"/>
            <a:ext cx="1781180" cy="572705"/>
          </a:xfrm>
          <a:custGeom>
            <a:rect b="b" l="l" r="r" t="t"/>
            <a:pathLst>
              <a:path extrusionOk="0" h="4106" w="12769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2826975" y="4786763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7"/>
          <p:cNvSpPr/>
          <p:nvPr/>
        </p:nvSpPr>
        <p:spPr>
          <a:xfrm rot="4073284">
            <a:off x="8208954" y="-226208"/>
            <a:ext cx="575100" cy="64016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7"/>
          <p:cNvSpPr/>
          <p:nvPr/>
        </p:nvSpPr>
        <p:spPr>
          <a:xfrm rot="4562396">
            <a:off x="252941" y="2995189"/>
            <a:ext cx="454295" cy="46651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 rot="9353886">
            <a:off x="6339822" y="4716651"/>
            <a:ext cx="694912" cy="77346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2" name="Google Shape;592;p27"/>
          <p:cNvGrpSpPr/>
          <p:nvPr/>
        </p:nvGrpSpPr>
        <p:grpSpPr>
          <a:xfrm rot="10800000">
            <a:off x="7499300" y="-252900"/>
            <a:ext cx="2110826" cy="1254679"/>
            <a:chOff x="-131400" y="4035800"/>
            <a:chExt cx="2110826" cy="1254679"/>
          </a:xfrm>
        </p:grpSpPr>
        <p:sp>
          <p:nvSpPr>
            <p:cNvPr id="593" name="Google Shape;593;p27"/>
            <p:cNvSpPr/>
            <p:nvPr/>
          </p:nvSpPr>
          <p:spPr>
            <a:xfrm>
              <a:off x="-131400" y="4218273"/>
              <a:ext cx="1912205" cy="1072206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594" name="Google Shape;594;p27"/>
            <p:cNvSpPr/>
            <p:nvPr/>
          </p:nvSpPr>
          <p:spPr>
            <a:xfrm>
              <a:off x="-131400" y="4035800"/>
              <a:ext cx="2110826" cy="1185484"/>
            </a:xfrm>
            <a:custGeom>
              <a:rect b="b" l="l" r="r" t="t"/>
              <a:pathLst>
                <a:path extrusionOk="0" h="95392" w="170125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  <p:sp>
        <p:nvSpPr>
          <p:cNvPr id="595" name="Google Shape;595;p27"/>
          <p:cNvSpPr/>
          <p:nvPr/>
        </p:nvSpPr>
        <p:spPr>
          <a:xfrm rot="4532202">
            <a:off x="4390732" y="126821"/>
            <a:ext cx="362535" cy="372305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8"/>
          <p:cNvSpPr/>
          <p:nvPr/>
        </p:nvSpPr>
        <p:spPr>
          <a:xfrm flipH="1">
            <a:off x="5559803" y="3806771"/>
            <a:ext cx="3876470" cy="1420937"/>
          </a:xfrm>
          <a:custGeom>
            <a:rect b="b" l="l" r="r" t="t"/>
            <a:pathLst>
              <a:path extrusionOk="0" h="24039" w="65581">
                <a:moveTo>
                  <a:pt x="2133" y="1"/>
                </a:moveTo>
                <a:cubicBezTo>
                  <a:pt x="1345" y="1"/>
                  <a:pt x="555" y="316"/>
                  <a:pt x="1" y="876"/>
                </a:cubicBezTo>
                <a:lnTo>
                  <a:pt x="1" y="24039"/>
                </a:lnTo>
                <a:lnTo>
                  <a:pt x="65581" y="24039"/>
                </a:lnTo>
                <a:cubicBezTo>
                  <a:pt x="65101" y="23706"/>
                  <a:pt x="64517" y="23479"/>
                  <a:pt x="63964" y="23479"/>
                </a:cubicBezTo>
                <a:cubicBezTo>
                  <a:pt x="63910" y="23479"/>
                  <a:pt x="63857" y="23482"/>
                  <a:pt x="63804" y="23486"/>
                </a:cubicBezTo>
                <a:cubicBezTo>
                  <a:pt x="63745" y="22426"/>
                  <a:pt x="63067" y="21423"/>
                  <a:pt x="62099" y="20978"/>
                </a:cubicBezTo>
                <a:cubicBezTo>
                  <a:pt x="61684" y="20787"/>
                  <a:pt x="61193" y="20687"/>
                  <a:pt x="60702" y="20687"/>
                </a:cubicBezTo>
                <a:cubicBezTo>
                  <a:pt x="60053" y="20687"/>
                  <a:pt x="59403" y="20861"/>
                  <a:pt x="58924" y="21229"/>
                </a:cubicBezTo>
                <a:cubicBezTo>
                  <a:pt x="58203" y="20202"/>
                  <a:pt x="56992" y="19531"/>
                  <a:pt x="55732" y="19471"/>
                </a:cubicBezTo>
                <a:cubicBezTo>
                  <a:pt x="55650" y="19468"/>
                  <a:pt x="55569" y="19466"/>
                  <a:pt x="55487" y="19466"/>
                </a:cubicBezTo>
                <a:cubicBezTo>
                  <a:pt x="54317" y="19466"/>
                  <a:pt x="53171" y="19846"/>
                  <a:pt x="52408" y="20745"/>
                </a:cubicBezTo>
                <a:cubicBezTo>
                  <a:pt x="52096" y="19958"/>
                  <a:pt x="51602" y="19234"/>
                  <a:pt x="50911" y="18744"/>
                </a:cubicBezTo>
                <a:cubicBezTo>
                  <a:pt x="50400" y="18381"/>
                  <a:pt x="49772" y="18163"/>
                  <a:pt x="49146" y="18163"/>
                </a:cubicBezTo>
                <a:cubicBezTo>
                  <a:pt x="48979" y="18163"/>
                  <a:pt x="48812" y="18178"/>
                  <a:pt x="48647" y="18211"/>
                </a:cubicBezTo>
                <a:cubicBezTo>
                  <a:pt x="48535" y="17497"/>
                  <a:pt x="48242" y="16816"/>
                  <a:pt x="47758" y="16289"/>
                </a:cubicBezTo>
                <a:cubicBezTo>
                  <a:pt x="47230" y="15718"/>
                  <a:pt x="46387" y="15259"/>
                  <a:pt x="45600" y="15259"/>
                </a:cubicBezTo>
                <a:cubicBezTo>
                  <a:pt x="45544" y="15259"/>
                  <a:pt x="45488" y="15261"/>
                  <a:pt x="45432" y="15266"/>
                </a:cubicBezTo>
                <a:cubicBezTo>
                  <a:pt x="45376" y="14203"/>
                  <a:pt x="44698" y="13199"/>
                  <a:pt x="43731" y="12755"/>
                </a:cubicBezTo>
                <a:cubicBezTo>
                  <a:pt x="43314" y="12564"/>
                  <a:pt x="42823" y="12464"/>
                  <a:pt x="42332" y="12464"/>
                </a:cubicBezTo>
                <a:cubicBezTo>
                  <a:pt x="41684" y="12464"/>
                  <a:pt x="41035" y="12638"/>
                  <a:pt x="40555" y="13005"/>
                </a:cubicBezTo>
                <a:cubicBezTo>
                  <a:pt x="39834" y="11978"/>
                  <a:pt x="38620" y="11307"/>
                  <a:pt x="37363" y="11248"/>
                </a:cubicBezTo>
                <a:cubicBezTo>
                  <a:pt x="37281" y="11244"/>
                  <a:pt x="37200" y="11242"/>
                  <a:pt x="37118" y="11242"/>
                </a:cubicBezTo>
                <a:cubicBezTo>
                  <a:pt x="35945" y="11242"/>
                  <a:pt x="34799" y="11623"/>
                  <a:pt x="34040" y="12521"/>
                </a:cubicBezTo>
                <a:cubicBezTo>
                  <a:pt x="33727" y="11735"/>
                  <a:pt x="33233" y="11011"/>
                  <a:pt x="32542" y="10521"/>
                </a:cubicBezTo>
                <a:cubicBezTo>
                  <a:pt x="32026" y="10157"/>
                  <a:pt x="31398" y="9940"/>
                  <a:pt x="30771" y="9940"/>
                </a:cubicBezTo>
                <a:cubicBezTo>
                  <a:pt x="30559" y="9940"/>
                  <a:pt x="30347" y="9965"/>
                  <a:pt x="30140" y="10017"/>
                </a:cubicBezTo>
                <a:cubicBezTo>
                  <a:pt x="29568" y="10159"/>
                  <a:pt x="29051" y="10432"/>
                  <a:pt x="28577" y="10781"/>
                </a:cubicBezTo>
                <a:cubicBezTo>
                  <a:pt x="28156" y="9935"/>
                  <a:pt x="27313" y="9313"/>
                  <a:pt x="26379" y="9158"/>
                </a:cubicBezTo>
                <a:cubicBezTo>
                  <a:pt x="26229" y="9134"/>
                  <a:pt x="26077" y="9122"/>
                  <a:pt x="25925" y="9122"/>
                </a:cubicBezTo>
                <a:cubicBezTo>
                  <a:pt x="25570" y="9122"/>
                  <a:pt x="25216" y="9187"/>
                  <a:pt x="24882" y="9306"/>
                </a:cubicBezTo>
                <a:cubicBezTo>
                  <a:pt x="24799" y="8523"/>
                  <a:pt x="24500" y="7750"/>
                  <a:pt x="23967" y="7164"/>
                </a:cubicBezTo>
                <a:cubicBezTo>
                  <a:pt x="23437" y="6592"/>
                  <a:pt x="22591" y="6134"/>
                  <a:pt x="21802" y="6134"/>
                </a:cubicBezTo>
                <a:cubicBezTo>
                  <a:pt x="21748" y="6134"/>
                  <a:pt x="21694" y="6136"/>
                  <a:pt x="21640" y="6141"/>
                </a:cubicBezTo>
                <a:cubicBezTo>
                  <a:pt x="21584" y="5078"/>
                  <a:pt x="20906" y="4074"/>
                  <a:pt x="19939" y="3630"/>
                </a:cubicBezTo>
                <a:cubicBezTo>
                  <a:pt x="19523" y="3439"/>
                  <a:pt x="19033" y="3339"/>
                  <a:pt x="18542" y="3339"/>
                </a:cubicBezTo>
                <a:cubicBezTo>
                  <a:pt x="17893" y="3339"/>
                  <a:pt x="17243" y="3514"/>
                  <a:pt x="16763" y="3883"/>
                </a:cubicBezTo>
                <a:cubicBezTo>
                  <a:pt x="16043" y="2853"/>
                  <a:pt x="14829" y="2182"/>
                  <a:pt x="13572" y="2126"/>
                </a:cubicBezTo>
                <a:cubicBezTo>
                  <a:pt x="13486" y="2122"/>
                  <a:pt x="13400" y="2120"/>
                  <a:pt x="13315" y="2120"/>
                </a:cubicBezTo>
                <a:cubicBezTo>
                  <a:pt x="12143" y="2120"/>
                  <a:pt x="11006" y="2504"/>
                  <a:pt x="10248" y="3396"/>
                </a:cubicBezTo>
                <a:cubicBezTo>
                  <a:pt x="9935" y="2610"/>
                  <a:pt x="9442" y="1886"/>
                  <a:pt x="8751" y="1399"/>
                </a:cubicBezTo>
                <a:cubicBezTo>
                  <a:pt x="8233" y="1034"/>
                  <a:pt x="7603" y="815"/>
                  <a:pt x="6976" y="815"/>
                </a:cubicBezTo>
                <a:cubicBezTo>
                  <a:pt x="6765" y="815"/>
                  <a:pt x="6554" y="840"/>
                  <a:pt x="6348" y="892"/>
                </a:cubicBezTo>
                <a:cubicBezTo>
                  <a:pt x="5776" y="1037"/>
                  <a:pt x="5259" y="1307"/>
                  <a:pt x="4785" y="1656"/>
                </a:cubicBezTo>
                <a:cubicBezTo>
                  <a:pt x="4364" y="810"/>
                  <a:pt x="3522" y="188"/>
                  <a:pt x="2587" y="37"/>
                </a:cubicBezTo>
                <a:cubicBezTo>
                  <a:pt x="2437" y="13"/>
                  <a:pt x="2285" y="1"/>
                  <a:pt x="213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8" name="Google Shape;598;p28"/>
          <p:cNvGrpSpPr/>
          <p:nvPr/>
        </p:nvGrpSpPr>
        <p:grpSpPr>
          <a:xfrm flipH="1">
            <a:off x="5500623" y="3695780"/>
            <a:ext cx="3967924" cy="1454812"/>
            <a:chOff x="-82675" y="3285875"/>
            <a:chExt cx="4038600" cy="1480725"/>
          </a:xfrm>
        </p:grpSpPr>
        <p:sp>
          <p:nvSpPr>
            <p:cNvPr id="599" name="Google Shape;599;p28"/>
            <p:cNvSpPr/>
            <p:nvPr/>
          </p:nvSpPr>
          <p:spPr>
            <a:xfrm>
              <a:off x="3854310" y="4707520"/>
              <a:ext cx="101614" cy="59080"/>
            </a:xfrm>
            <a:custGeom>
              <a:rect b="b" l="l" r="r" t="t"/>
              <a:pathLst>
                <a:path extrusionOk="0" fill="none" h="982" w="1689">
                  <a:moveTo>
                    <a:pt x="1688" y="981"/>
                  </a:moveTo>
                  <a:lnTo>
                    <a:pt x="1000" y="504"/>
                  </a:lnTo>
                  <a:cubicBezTo>
                    <a:pt x="685" y="280"/>
                    <a:pt x="342" y="113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3811896" y="4679003"/>
              <a:ext cx="26411" cy="24245"/>
            </a:xfrm>
            <a:custGeom>
              <a:rect b="b" l="l" r="r" t="t"/>
              <a:pathLst>
                <a:path extrusionOk="0" fill="none" h="403" w="439">
                  <a:moveTo>
                    <a:pt x="438" y="402"/>
                  </a:moveTo>
                  <a:cubicBezTo>
                    <a:pt x="323" y="373"/>
                    <a:pt x="208" y="353"/>
                    <a:pt x="93" y="340"/>
                  </a:cubicBezTo>
                  <a:cubicBezTo>
                    <a:pt x="67" y="225"/>
                    <a:pt x="40" y="113"/>
                    <a:pt x="1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3541284" y="4530160"/>
              <a:ext cx="255450" cy="112323"/>
            </a:xfrm>
            <a:custGeom>
              <a:rect b="b" l="l" r="r" t="t"/>
              <a:pathLst>
                <a:path extrusionOk="0" fill="none" h="1867" w="4246">
                  <a:moveTo>
                    <a:pt x="4245" y="1866"/>
                  </a:moveTo>
                  <a:cubicBezTo>
                    <a:pt x="4186" y="1761"/>
                    <a:pt x="4127" y="1659"/>
                    <a:pt x="4055" y="1554"/>
                  </a:cubicBezTo>
                  <a:cubicBezTo>
                    <a:pt x="3693" y="1020"/>
                    <a:pt x="3206" y="599"/>
                    <a:pt x="2640" y="343"/>
                  </a:cubicBezTo>
                  <a:cubicBezTo>
                    <a:pt x="2156" y="119"/>
                    <a:pt x="1596" y="0"/>
                    <a:pt x="1017" y="0"/>
                  </a:cubicBezTo>
                  <a:cubicBezTo>
                    <a:pt x="662" y="0"/>
                    <a:pt x="316" y="46"/>
                    <a:pt x="0" y="132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3488040" y="4537260"/>
              <a:ext cx="33871" cy="15101"/>
            </a:xfrm>
            <a:custGeom>
              <a:rect b="b" l="l" r="r" t="t"/>
              <a:pathLst>
                <a:path extrusionOk="0" fill="none" h="251" w="563">
                  <a:moveTo>
                    <a:pt x="563" y="113"/>
                  </a:moveTo>
                  <a:cubicBezTo>
                    <a:pt x="454" y="152"/>
                    <a:pt x="346" y="198"/>
                    <a:pt x="244" y="251"/>
                  </a:cubicBezTo>
                  <a:cubicBezTo>
                    <a:pt x="165" y="165"/>
                    <a:pt x="86" y="80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3149264" y="4456882"/>
              <a:ext cx="305986" cy="52943"/>
            </a:xfrm>
            <a:custGeom>
              <a:rect b="b" l="l" r="r" t="t"/>
              <a:pathLst>
                <a:path extrusionOk="0" fill="none" h="880" w="5086">
                  <a:moveTo>
                    <a:pt x="5085" y="879"/>
                  </a:moveTo>
                  <a:cubicBezTo>
                    <a:pt x="4937" y="774"/>
                    <a:pt x="4779" y="675"/>
                    <a:pt x="4614" y="590"/>
                  </a:cubicBezTo>
                  <a:cubicBezTo>
                    <a:pt x="3986" y="244"/>
                    <a:pt x="3282" y="40"/>
                    <a:pt x="2584" y="7"/>
                  </a:cubicBezTo>
                  <a:cubicBezTo>
                    <a:pt x="2489" y="4"/>
                    <a:pt x="2393" y="1"/>
                    <a:pt x="2304" y="1"/>
                  </a:cubicBezTo>
                  <a:cubicBezTo>
                    <a:pt x="1449" y="1"/>
                    <a:pt x="666" y="185"/>
                    <a:pt x="1" y="53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3102578" y="4493521"/>
              <a:ext cx="28156" cy="18109"/>
            </a:xfrm>
            <a:custGeom>
              <a:rect b="b" l="l" r="r" t="t"/>
              <a:pathLst>
                <a:path extrusionOk="0" fill="none" h="301" w="468">
                  <a:moveTo>
                    <a:pt x="468" y="99"/>
                  </a:moveTo>
                  <a:cubicBezTo>
                    <a:pt x="369" y="162"/>
                    <a:pt x="273" y="231"/>
                    <a:pt x="181" y="300"/>
                  </a:cubicBezTo>
                  <a:cubicBezTo>
                    <a:pt x="122" y="198"/>
                    <a:pt x="60" y="99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2945553" y="4382040"/>
              <a:ext cx="130553" cy="76707"/>
            </a:xfrm>
            <a:custGeom>
              <a:rect b="b" l="l" r="r" t="t"/>
              <a:pathLst>
                <a:path extrusionOk="0" fill="none" h="1275" w="2170">
                  <a:moveTo>
                    <a:pt x="2169" y="1274"/>
                  </a:moveTo>
                  <a:cubicBezTo>
                    <a:pt x="1946" y="1021"/>
                    <a:pt x="1705" y="804"/>
                    <a:pt x="1442" y="620"/>
                  </a:cubicBezTo>
                  <a:cubicBezTo>
                    <a:pt x="1004" y="310"/>
                    <a:pt x="508" y="100"/>
                    <a:pt x="1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2896881" y="4358095"/>
              <a:ext cx="26953" cy="20876"/>
            </a:xfrm>
            <a:custGeom>
              <a:rect b="b" l="l" r="r" t="t"/>
              <a:pathLst>
                <a:path extrusionOk="0" fill="none" h="347" w="448">
                  <a:moveTo>
                    <a:pt x="448" y="346"/>
                  </a:moveTo>
                  <a:cubicBezTo>
                    <a:pt x="352" y="340"/>
                    <a:pt x="254" y="333"/>
                    <a:pt x="162" y="333"/>
                  </a:cubicBezTo>
                  <a:lnTo>
                    <a:pt x="102" y="333"/>
                  </a:lnTo>
                  <a:cubicBezTo>
                    <a:pt x="73" y="218"/>
                    <a:pt x="36" y="109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2755499" y="4214607"/>
              <a:ext cx="121829" cy="101614"/>
            </a:xfrm>
            <a:custGeom>
              <a:rect b="b" l="l" r="r" t="t"/>
              <a:pathLst>
                <a:path extrusionOk="0" fill="none" h="1689" w="2025">
                  <a:moveTo>
                    <a:pt x="2025" y="1688"/>
                  </a:moveTo>
                  <a:cubicBezTo>
                    <a:pt x="1883" y="1445"/>
                    <a:pt x="1718" y="1221"/>
                    <a:pt x="1534" y="1017"/>
                  </a:cubicBezTo>
                  <a:cubicBezTo>
                    <a:pt x="1222" y="675"/>
                    <a:pt x="823" y="378"/>
                    <a:pt x="392" y="165"/>
                  </a:cubicBezTo>
                  <a:cubicBezTo>
                    <a:pt x="264" y="99"/>
                    <a:pt x="132" y="46"/>
                    <a:pt x="1" y="0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2707008" y="4184104"/>
              <a:ext cx="26411" cy="24185"/>
            </a:xfrm>
            <a:custGeom>
              <a:rect b="b" l="l" r="r" t="t"/>
              <a:pathLst>
                <a:path extrusionOk="0" fill="none" h="402" w="439">
                  <a:moveTo>
                    <a:pt x="438" y="402"/>
                  </a:moveTo>
                  <a:cubicBezTo>
                    <a:pt x="323" y="372"/>
                    <a:pt x="208" y="352"/>
                    <a:pt x="89" y="339"/>
                  </a:cubicBezTo>
                  <a:cubicBezTo>
                    <a:pt x="66" y="224"/>
                    <a:pt x="37" y="112"/>
                    <a:pt x="1" y="0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2436396" y="4035202"/>
              <a:ext cx="255450" cy="112323"/>
            </a:xfrm>
            <a:custGeom>
              <a:rect b="b" l="l" r="r" t="t"/>
              <a:pathLst>
                <a:path extrusionOk="0" fill="none" h="1867" w="4246">
                  <a:moveTo>
                    <a:pt x="4245" y="1866"/>
                  </a:moveTo>
                  <a:cubicBezTo>
                    <a:pt x="4186" y="1761"/>
                    <a:pt x="4123" y="1659"/>
                    <a:pt x="4054" y="1554"/>
                  </a:cubicBezTo>
                  <a:cubicBezTo>
                    <a:pt x="3692" y="1021"/>
                    <a:pt x="3202" y="600"/>
                    <a:pt x="2639" y="343"/>
                  </a:cubicBezTo>
                  <a:cubicBezTo>
                    <a:pt x="2156" y="119"/>
                    <a:pt x="1593" y="1"/>
                    <a:pt x="1014" y="1"/>
                  </a:cubicBezTo>
                  <a:cubicBezTo>
                    <a:pt x="662" y="1"/>
                    <a:pt x="316" y="47"/>
                    <a:pt x="0" y="132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2383092" y="4042361"/>
              <a:ext cx="33932" cy="15101"/>
            </a:xfrm>
            <a:custGeom>
              <a:rect b="b" l="l" r="r" t="t"/>
              <a:pathLst>
                <a:path extrusionOk="0" fill="none" h="251" w="564">
                  <a:moveTo>
                    <a:pt x="564" y="112"/>
                  </a:moveTo>
                  <a:cubicBezTo>
                    <a:pt x="452" y="151"/>
                    <a:pt x="346" y="198"/>
                    <a:pt x="244" y="250"/>
                  </a:cubicBezTo>
                  <a:cubicBezTo>
                    <a:pt x="165" y="165"/>
                    <a:pt x="87" y="79"/>
                    <a:pt x="1" y="0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2044376" y="3961743"/>
              <a:ext cx="305926" cy="52943"/>
            </a:xfrm>
            <a:custGeom>
              <a:rect b="b" l="l" r="r" t="t"/>
              <a:pathLst>
                <a:path extrusionOk="0" fill="none" h="880" w="5085">
                  <a:moveTo>
                    <a:pt x="5085" y="879"/>
                  </a:moveTo>
                  <a:cubicBezTo>
                    <a:pt x="4937" y="774"/>
                    <a:pt x="4779" y="675"/>
                    <a:pt x="4614" y="587"/>
                  </a:cubicBezTo>
                  <a:cubicBezTo>
                    <a:pt x="3986" y="241"/>
                    <a:pt x="3281" y="40"/>
                    <a:pt x="2584" y="7"/>
                  </a:cubicBezTo>
                  <a:cubicBezTo>
                    <a:pt x="2488" y="4"/>
                    <a:pt x="2393" y="1"/>
                    <a:pt x="2304" y="1"/>
                  </a:cubicBezTo>
                  <a:cubicBezTo>
                    <a:pt x="1448" y="1"/>
                    <a:pt x="665" y="185"/>
                    <a:pt x="1" y="53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1997449" y="3998382"/>
              <a:ext cx="28397" cy="18109"/>
            </a:xfrm>
            <a:custGeom>
              <a:rect b="b" l="l" r="r" t="t"/>
              <a:pathLst>
                <a:path extrusionOk="0" fill="none" h="301" w="472">
                  <a:moveTo>
                    <a:pt x="471" y="99"/>
                  </a:moveTo>
                  <a:cubicBezTo>
                    <a:pt x="373" y="159"/>
                    <a:pt x="277" y="231"/>
                    <a:pt x="182" y="300"/>
                  </a:cubicBezTo>
                  <a:cubicBezTo>
                    <a:pt x="126" y="198"/>
                    <a:pt x="63" y="99"/>
                    <a:pt x="1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1715347" y="3882990"/>
              <a:ext cx="259180" cy="84769"/>
            </a:xfrm>
            <a:custGeom>
              <a:rect b="b" l="l" r="r" t="t"/>
              <a:pathLst>
                <a:path extrusionOk="0" fill="none" h="1409" w="4308">
                  <a:moveTo>
                    <a:pt x="4308" y="1409"/>
                  </a:moveTo>
                  <a:cubicBezTo>
                    <a:pt x="4071" y="1129"/>
                    <a:pt x="3808" y="885"/>
                    <a:pt x="3518" y="685"/>
                  </a:cubicBezTo>
                  <a:cubicBezTo>
                    <a:pt x="2893" y="244"/>
                    <a:pt x="2153" y="0"/>
                    <a:pt x="1429" y="0"/>
                  </a:cubicBezTo>
                  <a:cubicBezTo>
                    <a:pt x="1169" y="0"/>
                    <a:pt x="912" y="33"/>
                    <a:pt x="668" y="96"/>
                  </a:cubicBezTo>
                  <a:cubicBezTo>
                    <a:pt x="441" y="152"/>
                    <a:pt x="221" y="227"/>
                    <a:pt x="0" y="323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1666254" y="3904348"/>
              <a:ext cx="31946" cy="16304"/>
            </a:xfrm>
            <a:custGeom>
              <a:rect b="b" l="l" r="r" t="t"/>
              <a:pathLst>
                <a:path extrusionOk="0" fill="none" h="271" w="531">
                  <a:moveTo>
                    <a:pt x="530" y="103"/>
                  </a:moveTo>
                  <a:cubicBezTo>
                    <a:pt x="428" y="155"/>
                    <a:pt x="323" y="208"/>
                    <a:pt x="221" y="270"/>
                  </a:cubicBezTo>
                  <a:cubicBezTo>
                    <a:pt x="152" y="175"/>
                    <a:pt x="76" y="86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1513802" y="3834439"/>
              <a:ext cx="124175" cy="44219"/>
            </a:xfrm>
            <a:custGeom>
              <a:rect b="b" l="l" r="r" t="t"/>
              <a:pathLst>
                <a:path extrusionOk="0" fill="none" h="735" w="2064">
                  <a:moveTo>
                    <a:pt x="2064" y="735"/>
                  </a:moveTo>
                  <a:cubicBezTo>
                    <a:pt x="1603" y="379"/>
                    <a:pt x="1057" y="133"/>
                    <a:pt x="481" y="44"/>
                  </a:cubicBezTo>
                  <a:cubicBezTo>
                    <a:pt x="323" y="17"/>
                    <a:pt x="159" y="1"/>
                    <a:pt x="1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1467898" y="3816871"/>
              <a:ext cx="26592" cy="20395"/>
            </a:xfrm>
            <a:custGeom>
              <a:rect b="b" l="l" r="r" t="t"/>
              <a:pathLst>
                <a:path extrusionOk="0" fill="none" h="339" w="442">
                  <a:moveTo>
                    <a:pt x="441" y="296"/>
                  </a:moveTo>
                  <a:cubicBezTo>
                    <a:pt x="326" y="306"/>
                    <a:pt x="211" y="323"/>
                    <a:pt x="96" y="339"/>
                  </a:cubicBezTo>
                  <a:cubicBezTo>
                    <a:pt x="66" y="224"/>
                    <a:pt x="40" y="11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1324951" y="3666164"/>
              <a:ext cx="124175" cy="106969"/>
            </a:xfrm>
            <a:custGeom>
              <a:rect b="b" l="l" r="r" t="t"/>
              <a:pathLst>
                <a:path extrusionOk="0" fill="none" h="1778" w="2064">
                  <a:moveTo>
                    <a:pt x="2063" y="1778"/>
                  </a:moveTo>
                  <a:cubicBezTo>
                    <a:pt x="1912" y="1498"/>
                    <a:pt x="1731" y="1245"/>
                    <a:pt x="1521" y="1014"/>
                  </a:cubicBezTo>
                  <a:cubicBezTo>
                    <a:pt x="1208" y="672"/>
                    <a:pt x="810" y="376"/>
                    <a:pt x="379" y="162"/>
                  </a:cubicBezTo>
                  <a:cubicBezTo>
                    <a:pt x="254" y="100"/>
                    <a:pt x="125" y="47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1275618" y="3635481"/>
              <a:ext cx="26411" cy="24005"/>
            </a:xfrm>
            <a:custGeom>
              <a:rect b="b" l="l" r="r" t="t"/>
              <a:pathLst>
                <a:path extrusionOk="0" fill="none" h="399" w="439">
                  <a:moveTo>
                    <a:pt x="439" y="399"/>
                  </a:moveTo>
                  <a:cubicBezTo>
                    <a:pt x="323" y="373"/>
                    <a:pt x="205" y="350"/>
                    <a:pt x="93" y="340"/>
                  </a:cubicBezTo>
                  <a:cubicBezTo>
                    <a:pt x="67" y="225"/>
                    <a:pt x="37" y="113"/>
                    <a:pt x="1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1005006" y="3486638"/>
              <a:ext cx="255450" cy="112323"/>
            </a:xfrm>
            <a:custGeom>
              <a:rect b="b" l="l" r="r" t="t"/>
              <a:pathLst>
                <a:path extrusionOk="0" fill="none" h="1867" w="4246">
                  <a:moveTo>
                    <a:pt x="4245" y="1866"/>
                  </a:moveTo>
                  <a:cubicBezTo>
                    <a:pt x="4186" y="1761"/>
                    <a:pt x="4124" y="1655"/>
                    <a:pt x="4055" y="1553"/>
                  </a:cubicBezTo>
                  <a:cubicBezTo>
                    <a:pt x="3693" y="1020"/>
                    <a:pt x="3202" y="599"/>
                    <a:pt x="2640" y="339"/>
                  </a:cubicBezTo>
                  <a:cubicBezTo>
                    <a:pt x="2156" y="119"/>
                    <a:pt x="1596" y="0"/>
                    <a:pt x="1014" y="0"/>
                  </a:cubicBezTo>
                  <a:cubicBezTo>
                    <a:pt x="662" y="0"/>
                    <a:pt x="316" y="43"/>
                    <a:pt x="0" y="132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951762" y="3493737"/>
              <a:ext cx="33871" cy="15101"/>
            </a:xfrm>
            <a:custGeom>
              <a:rect b="b" l="l" r="r" t="t"/>
              <a:pathLst>
                <a:path extrusionOk="0" fill="none" h="251" w="563">
                  <a:moveTo>
                    <a:pt x="563" y="113"/>
                  </a:moveTo>
                  <a:cubicBezTo>
                    <a:pt x="451" y="152"/>
                    <a:pt x="346" y="198"/>
                    <a:pt x="244" y="251"/>
                  </a:cubicBezTo>
                  <a:cubicBezTo>
                    <a:pt x="165" y="165"/>
                    <a:pt x="86" y="80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612986" y="3412999"/>
              <a:ext cx="305986" cy="53063"/>
            </a:xfrm>
            <a:custGeom>
              <a:rect b="b" l="l" r="r" t="t"/>
              <a:pathLst>
                <a:path extrusionOk="0" fill="none" h="882" w="5086">
                  <a:moveTo>
                    <a:pt x="5085" y="882"/>
                  </a:moveTo>
                  <a:cubicBezTo>
                    <a:pt x="4937" y="773"/>
                    <a:pt x="4779" y="675"/>
                    <a:pt x="4614" y="589"/>
                  </a:cubicBezTo>
                  <a:cubicBezTo>
                    <a:pt x="3986" y="244"/>
                    <a:pt x="3282" y="43"/>
                    <a:pt x="2584" y="10"/>
                  </a:cubicBezTo>
                  <a:cubicBezTo>
                    <a:pt x="2489" y="7"/>
                    <a:pt x="2393" y="0"/>
                    <a:pt x="2304" y="0"/>
                  </a:cubicBezTo>
                  <a:cubicBezTo>
                    <a:pt x="1449" y="0"/>
                    <a:pt x="666" y="188"/>
                    <a:pt x="1" y="533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566119" y="3449578"/>
              <a:ext cx="28337" cy="18289"/>
            </a:xfrm>
            <a:custGeom>
              <a:rect b="b" l="l" r="r" t="t"/>
              <a:pathLst>
                <a:path extrusionOk="0" fill="none" h="304" w="471">
                  <a:moveTo>
                    <a:pt x="471" y="100"/>
                  </a:moveTo>
                  <a:cubicBezTo>
                    <a:pt x="372" y="162"/>
                    <a:pt x="276" y="231"/>
                    <a:pt x="181" y="304"/>
                  </a:cubicBezTo>
                  <a:cubicBezTo>
                    <a:pt x="125" y="198"/>
                    <a:pt x="63" y="100"/>
                    <a:pt x="0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283956" y="3334366"/>
              <a:ext cx="259240" cy="84588"/>
            </a:xfrm>
            <a:custGeom>
              <a:rect b="b" l="l" r="r" t="t"/>
              <a:pathLst>
                <a:path extrusionOk="0" fill="none" h="1406" w="4309">
                  <a:moveTo>
                    <a:pt x="4308" y="1406"/>
                  </a:moveTo>
                  <a:cubicBezTo>
                    <a:pt x="4071" y="1126"/>
                    <a:pt x="3808" y="886"/>
                    <a:pt x="3519" y="682"/>
                  </a:cubicBezTo>
                  <a:cubicBezTo>
                    <a:pt x="2893" y="244"/>
                    <a:pt x="2153" y="1"/>
                    <a:pt x="1429" y="1"/>
                  </a:cubicBezTo>
                  <a:cubicBezTo>
                    <a:pt x="1169" y="1"/>
                    <a:pt x="912" y="34"/>
                    <a:pt x="669" y="96"/>
                  </a:cubicBezTo>
                  <a:cubicBezTo>
                    <a:pt x="442" y="152"/>
                    <a:pt x="221" y="228"/>
                    <a:pt x="1" y="320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234864" y="3355543"/>
              <a:ext cx="31946" cy="16485"/>
            </a:xfrm>
            <a:custGeom>
              <a:rect b="b" l="l" r="r" t="t"/>
              <a:pathLst>
                <a:path extrusionOk="0" fill="none" h="274" w="531">
                  <a:moveTo>
                    <a:pt x="531" y="106"/>
                  </a:moveTo>
                  <a:cubicBezTo>
                    <a:pt x="429" y="159"/>
                    <a:pt x="323" y="211"/>
                    <a:pt x="221" y="274"/>
                  </a:cubicBezTo>
                  <a:cubicBezTo>
                    <a:pt x="152" y="178"/>
                    <a:pt x="76" y="90"/>
                    <a:pt x="1" y="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-53556" y="3285875"/>
              <a:ext cx="260985" cy="45002"/>
            </a:xfrm>
            <a:custGeom>
              <a:rect b="b" l="l" r="r" t="t"/>
              <a:pathLst>
                <a:path extrusionOk="0" fill="none" h="748" w="4338">
                  <a:moveTo>
                    <a:pt x="4337" y="741"/>
                  </a:moveTo>
                  <a:cubicBezTo>
                    <a:pt x="3870" y="382"/>
                    <a:pt x="3320" y="132"/>
                    <a:pt x="2741" y="40"/>
                  </a:cubicBezTo>
                  <a:cubicBezTo>
                    <a:pt x="2564" y="14"/>
                    <a:pt x="2379" y="0"/>
                    <a:pt x="2198" y="0"/>
                  </a:cubicBezTo>
                  <a:lnTo>
                    <a:pt x="2198" y="0"/>
                  </a:lnTo>
                  <a:cubicBezTo>
                    <a:pt x="1738" y="0"/>
                    <a:pt x="1267" y="96"/>
                    <a:pt x="836" y="267"/>
                  </a:cubicBezTo>
                  <a:cubicBezTo>
                    <a:pt x="537" y="392"/>
                    <a:pt x="257" y="550"/>
                    <a:pt x="0" y="747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-82675" y="3342669"/>
              <a:ext cx="15101" cy="14920"/>
            </a:xfrm>
            <a:custGeom>
              <a:rect b="b" l="l" r="r" t="t"/>
              <a:pathLst>
                <a:path extrusionOk="0" fill="none" h="248" w="251">
                  <a:moveTo>
                    <a:pt x="251" y="1"/>
                  </a:moveTo>
                  <a:cubicBezTo>
                    <a:pt x="221" y="31"/>
                    <a:pt x="188" y="60"/>
                    <a:pt x="162" y="86"/>
                  </a:cubicBezTo>
                  <a:lnTo>
                    <a:pt x="0" y="248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28"/>
          <p:cNvSpPr/>
          <p:nvPr/>
        </p:nvSpPr>
        <p:spPr>
          <a:xfrm flipH="1">
            <a:off x="6513301" y="4208423"/>
            <a:ext cx="2923564" cy="1018696"/>
          </a:xfrm>
          <a:custGeom>
            <a:rect b="b" l="l" r="r" t="t"/>
            <a:pathLst>
              <a:path extrusionOk="0" h="17234" w="49460">
                <a:moveTo>
                  <a:pt x="1" y="1"/>
                </a:moveTo>
                <a:lnTo>
                  <a:pt x="1" y="17234"/>
                </a:lnTo>
                <a:lnTo>
                  <a:pt x="49460" y="17234"/>
                </a:lnTo>
                <a:cubicBezTo>
                  <a:pt x="48989" y="16931"/>
                  <a:pt x="48453" y="16721"/>
                  <a:pt x="47887" y="16684"/>
                </a:cubicBezTo>
                <a:cubicBezTo>
                  <a:pt x="47832" y="16681"/>
                  <a:pt x="47777" y="16679"/>
                  <a:pt x="47722" y="16679"/>
                </a:cubicBezTo>
                <a:cubicBezTo>
                  <a:pt x="47282" y="16679"/>
                  <a:pt x="46833" y="16797"/>
                  <a:pt x="46488" y="17063"/>
                </a:cubicBezTo>
                <a:cubicBezTo>
                  <a:pt x="45899" y="16625"/>
                  <a:pt x="45182" y="16362"/>
                  <a:pt x="44462" y="16362"/>
                </a:cubicBezTo>
                <a:cubicBezTo>
                  <a:pt x="44274" y="16362"/>
                  <a:pt x="44085" y="16380"/>
                  <a:pt x="43899" y="16418"/>
                </a:cubicBezTo>
                <a:cubicBezTo>
                  <a:pt x="43800" y="15562"/>
                  <a:pt x="43619" y="14710"/>
                  <a:pt x="43240" y="13937"/>
                </a:cubicBezTo>
                <a:cubicBezTo>
                  <a:pt x="42862" y="13167"/>
                  <a:pt x="42270" y="12485"/>
                  <a:pt x="41503" y="12114"/>
                </a:cubicBezTo>
                <a:cubicBezTo>
                  <a:pt x="41098" y="11921"/>
                  <a:pt x="40680" y="11833"/>
                  <a:pt x="40263" y="11833"/>
                </a:cubicBezTo>
                <a:cubicBezTo>
                  <a:pt x="39526" y="11833"/>
                  <a:pt x="38794" y="12108"/>
                  <a:pt x="38146" y="12568"/>
                </a:cubicBezTo>
                <a:cubicBezTo>
                  <a:pt x="37758" y="11768"/>
                  <a:pt x="37307" y="10978"/>
                  <a:pt x="36639" y="10399"/>
                </a:cubicBezTo>
                <a:cubicBezTo>
                  <a:pt x="36110" y="9938"/>
                  <a:pt x="35419" y="9628"/>
                  <a:pt x="34729" y="9628"/>
                </a:cubicBezTo>
                <a:cubicBezTo>
                  <a:pt x="34552" y="9628"/>
                  <a:pt x="34375" y="9648"/>
                  <a:pt x="34201" y="9692"/>
                </a:cubicBezTo>
                <a:cubicBezTo>
                  <a:pt x="33345" y="9906"/>
                  <a:pt x="32654" y="10268"/>
                  <a:pt x="32078" y="10939"/>
                </a:cubicBezTo>
                <a:cubicBezTo>
                  <a:pt x="31769" y="10123"/>
                  <a:pt x="31012" y="9494"/>
                  <a:pt x="30160" y="9346"/>
                </a:cubicBezTo>
                <a:cubicBezTo>
                  <a:pt x="30027" y="9323"/>
                  <a:pt x="29892" y="9312"/>
                  <a:pt x="29756" y="9312"/>
                </a:cubicBezTo>
                <a:cubicBezTo>
                  <a:pt x="29031" y="9312"/>
                  <a:pt x="28302" y="9638"/>
                  <a:pt x="27830" y="10198"/>
                </a:cubicBezTo>
                <a:cubicBezTo>
                  <a:pt x="27504" y="9192"/>
                  <a:pt x="26550" y="8431"/>
                  <a:pt x="25504" y="8343"/>
                </a:cubicBezTo>
                <a:lnTo>
                  <a:pt x="25504" y="8349"/>
                </a:lnTo>
                <a:cubicBezTo>
                  <a:pt x="25431" y="8344"/>
                  <a:pt x="25359" y="8341"/>
                  <a:pt x="25287" y="8341"/>
                </a:cubicBezTo>
                <a:cubicBezTo>
                  <a:pt x="25229" y="8341"/>
                  <a:pt x="25172" y="8343"/>
                  <a:pt x="25115" y="8346"/>
                </a:cubicBezTo>
                <a:cubicBezTo>
                  <a:pt x="23904" y="8425"/>
                  <a:pt x="22861" y="9270"/>
                  <a:pt x="22177" y="10281"/>
                </a:cubicBezTo>
                <a:cubicBezTo>
                  <a:pt x="21687" y="8971"/>
                  <a:pt x="20326" y="8022"/>
                  <a:pt x="18954" y="8022"/>
                </a:cubicBezTo>
                <a:cubicBezTo>
                  <a:pt x="18767" y="8022"/>
                  <a:pt x="18581" y="8039"/>
                  <a:pt x="18396" y="8076"/>
                </a:cubicBezTo>
                <a:cubicBezTo>
                  <a:pt x="18297" y="7220"/>
                  <a:pt x="18116" y="6368"/>
                  <a:pt x="17738" y="5595"/>
                </a:cubicBezTo>
                <a:cubicBezTo>
                  <a:pt x="17359" y="4825"/>
                  <a:pt x="16767" y="4144"/>
                  <a:pt x="16000" y="3772"/>
                </a:cubicBezTo>
                <a:cubicBezTo>
                  <a:pt x="15596" y="3579"/>
                  <a:pt x="15177" y="3491"/>
                  <a:pt x="14760" y="3491"/>
                </a:cubicBezTo>
                <a:cubicBezTo>
                  <a:pt x="14024" y="3491"/>
                  <a:pt x="13291" y="3766"/>
                  <a:pt x="12644" y="4226"/>
                </a:cubicBezTo>
                <a:cubicBezTo>
                  <a:pt x="12255" y="3426"/>
                  <a:pt x="11805" y="2636"/>
                  <a:pt x="11137" y="2057"/>
                </a:cubicBezTo>
                <a:cubicBezTo>
                  <a:pt x="10608" y="1596"/>
                  <a:pt x="9916" y="1286"/>
                  <a:pt x="9226" y="1286"/>
                </a:cubicBezTo>
                <a:cubicBezTo>
                  <a:pt x="9049" y="1286"/>
                  <a:pt x="8872" y="1306"/>
                  <a:pt x="8698" y="1350"/>
                </a:cubicBezTo>
                <a:cubicBezTo>
                  <a:pt x="7843" y="1564"/>
                  <a:pt x="7151" y="1926"/>
                  <a:pt x="6576" y="2597"/>
                </a:cubicBezTo>
                <a:cubicBezTo>
                  <a:pt x="6266" y="1781"/>
                  <a:pt x="5509" y="1152"/>
                  <a:pt x="4657" y="1004"/>
                </a:cubicBezTo>
                <a:cubicBezTo>
                  <a:pt x="4524" y="981"/>
                  <a:pt x="4389" y="970"/>
                  <a:pt x="4254" y="970"/>
                </a:cubicBezTo>
                <a:cubicBezTo>
                  <a:pt x="3528" y="970"/>
                  <a:pt x="2799" y="1296"/>
                  <a:pt x="2327" y="1857"/>
                </a:cubicBezTo>
                <a:cubicBezTo>
                  <a:pt x="2002" y="853"/>
                  <a:pt x="1047" y="90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8" name="Google Shape;628;p28"/>
          <p:cNvGrpSpPr/>
          <p:nvPr/>
        </p:nvGrpSpPr>
        <p:grpSpPr>
          <a:xfrm flipH="1">
            <a:off x="-55313" y="-371404"/>
            <a:ext cx="4046717" cy="1296152"/>
            <a:chOff x="-837652" y="-229602"/>
            <a:chExt cx="2657070" cy="851052"/>
          </a:xfrm>
        </p:grpSpPr>
        <p:sp>
          <p:nvSpPr>
            <p:cNvPr id="629" name="Google Shape;629;p28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rect b="b" l="l" r="r" t="t"/>
              <a:pathLst>
                <a:path extrusionOk="0" fill="none" h="19031" w="75154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rect b="b" l="l" r="r" t="t"/>
              <a:pathLst>
                <a:path extrusionOk="0" h="18219" w="7351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28"/>
          <p:cNvSpPr/>
          <p:nvPr/>
        </p:nvSpPr>
        <p:spPr>
          <a:xfrm flipH="1">
            <a:off x="8538687" y="1487113"/>
            <a:ext cx="555428" cy="57043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/>
          <p:nvPr/>
        </p:nvSpPr>
        <p:spPr>
          <a:xfrm flipH="1" rot="-4073347">
            <a:off x="7510461" y="246638"/>
            <a:ext cx="411256" cy="45777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 flipH="1" rot="-4562439">
            <a:off x="-153114" y="145150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8"/>
          <p:cNvSpPr/>
          <p:nvPr/>
        </p:nvSpPr>
        <p:spPr>
          <a:xfrm flipH="1" rot="-9353872">
            <a:off x="459564" y="4232819"/>
            <a:ext cx="511066" cy="5688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8"/>
          <p:cNvSpPr/>
          <p:nvPr/>
        </p:nvSpPr>
        <p:spPr>
          <a:xfrm flipH="1" rot="-9353872">
            <a:off x="4316464" y="145682"/>
            <a:ext cx="511066" cy="5688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8"/>
          <p:cNvSpPr/>
          <p:nvPr/>
        </p:nvSpPr>
        <p:spPr>
          <a:xfrm flipH="1" rot="-4562439">
            <a:off x="4296861" y="4769008"/>
            <a:ext cx="624831" cy="6416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●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○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■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●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○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■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●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○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■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capswoz.ict.usc.edu/daic-woz-database-download/" TargetMode="External"/><Relationship Id="rId4" Type="http://schemas.openxmlformats.org/officeDocument/2006/relationships/hyperlink" Target="https://www.kaggle.com/datasets/nikhileswarkomati/suicide-watch" TargetMode="External"/><Relationship Id="rId5" Type="http://schemas.openxmlformats.org/officeDocument/2006/relationships/hyperlink" Target="https://ieeexplore.ieee.org/document/9591887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9"/>
          <p:cNvSpPr txBox="1"/>
          <p:nvPr>
            <p:ph type="ctrTitle"/>
          </p:nvPr>
        </p:nvSpPr>
        <p:spPr>
          <a:xfrm>
            <a:off x="454100" y="1688325"/>
            <a:ext cx="6102900" cy="16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Clinician-in-the-Loop AI Decision Support for </a:t>
            </a:r>
            <a:r>
              <a:rPr lang="en">
                <a:solidFill>
                  <a:schemeClr val="lt1"/>
                </a:solidFill>
              </a:rPr>
              <a:t>Depression Risk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3" name="Google Shape;643;p29"/>
          <p:cNvSpPr txBox="1"/>
          <p:nvPr>
            <p:ph idx="1" type="subTitle"/>
          </p:nvPr>
        </p:nvSpPr>
        <p:spPr>
          <a:xfrm>
            <a:off x="5502700" y="4734000"/>
            <a:ext cx="4359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Asad Raza (D03000182)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Syed Jahanzaib Ali Zaidi (D03000193)</a:t>
            </a:r>
            <a:endParaRPr/>
          </a:p>
        </p:txBody>
      </p:sp>
      <p:grpSp>
        <p:nvGrpSpPr>
          <p:cNvPr id="644" name="Google Shape;644;p29"/>
          <p:cNvGrpSpPr/>
          <p:nvPr/>
        </p:nvGrpSpPr>
        <p:grpSpPr>
          <a:xfrm>
            <a:off x="6453615" y="1486783"/>
            <a:ext cx="2103270" cy="2813252"/>
            <a:chOff x="6453615" y="1486783"/>
            <a:chExt cx="2103270" cy="2813252"/>
          </a:xfrm>
        </p:grpSpPr>
        <p:sp>
          <p:nvSpPr>
            <p:cNvPr id="645" name="Google Shape;645;p29"/>
            <p:cNvSpPr/>
            <p:nvPr/>
          </p:nvSpPr>
          <p:spPr>
            <a:xfrm>
              <a:off x="6481490" y="1545683"/>
              <a:ext cx="2075395" cy="2754352"/>
            </a:xfrm>
            <a:custGeom>
              <a:rect b="b" l="l" r="r" t="t"/>
              <a:pathLst>
                <a:path extrusionOk="0" h="24833" w="18712">
                  <a:moveTo>
                    <a:pt x="5540" y="0"/>
                  </a:moveTo>
                  <a:cubicBezTo>
                    <a:pt x="4886" y="0"/>
                    <a:pt x="4286" y="340"/>
                    <a:pt x="3940" y="876"/>
                  </a:cubicBezTo>
                  <a:cubicBezTo>
                    <a:pt x="3808" y="1080"/>
                    <a:pt x="3716" y="1310"/>
                    <a:pt x="3670" y="1561"/>
                  </a:cubicBezTo>
                  <a:lnTo>
                    <a:pt x="145" y="20482"/>
                  </a:lnTo>
                  <a:cubicBezTo>
                    <a:pt x="1" y="21252"/>
                    <a:pt x="343" y="21999"/>
                    <a:pt x="952" y="22410"/>
                  </a:cubicBezTo>
                  <a:cubicBezTo>
                    <a:pt x="1159" y="22555"/>
                    <a:pt x="1402" y="22657"/>
                    <a:pt x="1669" y="22706"/>
                  </a:cubicBezTo>
                  <a:lnTo>
                    <a:pt x="12923" y="24799"/>
                  </a:lnTo>
                  <a:cubicBezTo>
                    <a:pt x="13042" y="24822"/>
                    <a:pt x="13161" y="24832"/>
                    <a:pt x="13277" y="24832"/>
                  </a:cubicBezTo>
                  <a:cubicBezTo>
                    <a:pt x="14178" y="24832"/>
                    <a:pt x="14979" y="24193"/>
                    <a:pt x="15151" y="23276"/>
                  </a:cubicBezTo>
                  <a:lnTo>
                    <a:pt x="18675" y="4354"/>
                  </a:lnTo>
                  <a:cubicBezTo>
                    <a:pt x="18698" y="4203"/>
                    <a:pt x="18711" y="4058"/>
                    <a:pt x="18705" y="3913"/>
                  </a:cubicBezTo>
                  <a:lnTo>
                    <a:pt x="18705" y="3910"/>
                  </a:lnTo>
                  <a:cubicBezTo>
                    <a:pt x="18662" y="3045"/>
                    <a:pt x="18037" y="2291"/>
                    <a:pt x="17148" y="2127"/>
                  </a:cubicBezTo>
                  <a:lnTo>
                    <a:pt x="5894" y="34"/>
                  </a:lnTo>
                  <a:cubicBezTo>
                    <a:pt x="5775" y="11"/>
                    <a:pt x="5657" y="0"/>
                    <a:pt x="554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6453948" y="1487116"/>
              <a:ext cx="2074729" cy="2737160"/>
            </a:xfrm>
            <a:custGeom>
              <a:rect b="b" l="l" r="r" t="t"/>
              <a:pathLst>
                <a:path extrusionOk="0" h="24678" w="18706">
                  <a:moveTo>
                    <a:pt x="5541" y="1"/>
                  </a:moveTo>
                  <a:cubicBezTo>
                    <a:pt x="4888" y="1"/>
                    <a:pt x="4287" y="341"/>
                    <a:pt x="3943" y="880"/>
                  </a:cubicBezTo>
                  <a:cubicBezTo>
                    <a:pt x="3811" y="1080"/>
                    <a:pt x="3716" y="1311"/>
                    <a:pt x="3670" y="1561"/>
                  </a:cubicBezTo>
                  <a:lnTo>
                    <a:pt x="146" y="20482"/>
                  </a:lnTo>
                  <a:cubicBezTo>
                    <a:pt x="1" y="21252"/>
                    <a:pt x="343" y="21999"/>
                    <a:pt x="952" y="22411"/>
                  </a:cubicBezTo>
                  <a:cubicBezTo>
                    <a:pt x="1001" y="22427"/>
                    <a:pt x="1054" y="22440"/>
                    <a:pt x="1107" y="22450"/>
                  </a:cubicBezTo>
                  <a:lnTo>
                    <a:pt x="12917" y="24645"/>
                  </a:lnTo>
                  <a:cubicBezTo>
                    <a:pt x="13035" y="24667"/>
                    <a:pt x="13153" y="24678"/>
                    <a:pt x="13270" y="24678"/>
                  </a:cubicBezTo>
                  <a:cubicBezTo>
                    <a:pt x="14170" y="24678"/>
                    <a:pt x="14969" y="24036"/>
                    <a:pt x="15141" y="23118"/>
                  </a:cubicBezTo>
                  <a:lnTo>
                    <a:pt x="18666" y="4180"/>
                  </a:lnTo>
                  <a:cubicBezTo>
                    <a:pt x="18685" y="4091"/>
                    <a:pt x="18695" y="3999"/>
                    <a:pt x="18705" y="3914"/>
                  </a:cubicBezTo>
                  <a:lnTo>
                    <a:pt x="18705" y="3910"/>
                  </a:lnTo>
                  <a:cubicBezTo>
                    <a:pt x="18662" y="3045"/>
                    <a:pt x="18037" y="2295"/>
                    <a:pt x="17149" y="2130"/>
                  </a:cubicBezTo>
                  <a:lnTo>
                    <a:pt x="5894" y="34"/>
                  </a:lnTo>
                  <a:cubicBezTo>
                    <a:pt x="5776" y="12"/>
                    <a:pt x="5658" y="1"/>
                    <a:pt x="5541" y="1"/>
                  </a:cubicBezTo>
                  <a:close/>
                </a:path>
              </a:pathLst>
            </a:custGeom>
            <a:solidFill>
              <a:srgbClr val="EF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6453615" y="1486783"/>
              <a:ext cx="2075395" cy="2754352"/>
            </a:xfrm>
            <a:custGeom>
              <a:rect b="b" l="l" r="r" t="t"/>
              <a:pathLst>
                <a:path extrusionOk="0" h="24833" w="18712">
                  <a:moveTo>
                    <a:pt x="5540" y="0"/>
                  </a:moveTo>
                  <a:cubicBezTo>
                    <a:pt x="4886" y="0"/>
                    <a:pt x="4286" y="340"/>
                    <a:pt x="3940" y="876"/>
                  </a:cubicBezTo>
                  <a:cubicBezTo>
                    <a:pt x="3808" y="1080"/>
                    <a:pt x="3716" y="1310"/>
                    <a:pt x="3670" y="1561"/>
                  </a:cubicBezTo>
                  <a:lnTo>
                    <a:pt x="145" y="20482"/>
                  </a:lnTo>
                  <a:cubicBezTo>
                    <a:pt x="1" y="21252"/>
                    <a:pt x="343" y="21999"/>
                    <a:pt x="952" y="22410"/>
                  </a:cubicBezTo>
                  <a:cubicBezTo>
                    <a:pt x="1159" y="22555"/>
                    <a:pt x="1402" y="22657"/>
                    <a:pt x="1669" y="22706"/>
                  </a:cubicBezTo>
                  <a:lnTo>
                    <a:pt x="12923" y="24799"/>
                  </a:lnTo>
                  <a:cubicBezTo>
                    <a:pt x="13042" y="24822"/>
                    <a:pt x="13161" y="24832"/>
                    <a:pt x="13277" y="24832"/>
                  </a:cubicBezTo>
                  <a:cubicBezTo>
                    <a:pt x="14178" y="24832"/>
                    <a:pt x="14979" y="24193"/>
                    <a:pt x="15151" y="23276"/>
                  </a:cubicBezTo>
                  <a:lnTo>
                    <a:pt x="18675" y="4354"/>
                  </a:lnTo>
                  <a:cubicBezTo>
                    <a:pt x="18698" y="4203"/>
                    <a:pt x="18711" y="4058"/>
                    <a:pt x="18705" y="3913"/>
                  </a:cubicBezTo>
                  <a:lnTo>
                    <a:pt x="18705" y="3910"/>
                  </a:lnTo>
                  <a:cubicBezTo>
                    <a:pt x="18662" y="3045"/>
                    <a:pt x="18037" y="2291"/>
                    <a:pt x="17148" y="2127"/>
                  </a:cubicBezTo>
                  <a:lnTo>
                    <a:pt x="5894" y="34"/>
                  </a:lnTo>
                  <a:cubicBezTo>
                    <a:pt x="5775" y="11"/>
                    <a:pt x="5657" y="0"/>
                    <a:pt x="55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7343799" y="1979135"/>
              <a:ext cx="311110" cy="1887441"/>
            </a:xfrm>
            <a:custGeom>
              <a:rect b="b" l="l" r="r" t="t"/>
              <a:pathLst>
                <a:path extrusionOk="0" h="17017" w="2805">
                  <a:moveTo>
                    <a:pt x="2804" y="1"/>
                  </a:moveTo>
                  <a:lnTo>
                    <a:pt x="932" y="9396"/>
                  </a:lnTo>
                  <a:lnTo>
                    <a:pt x="1" y="17017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6994967" y="1860095"/>
              <a:ext cx="389535" cy="238713"/>
            </a:xfrm>
            <a:custGeom>
              <a:rect b="b" l="l" r="r" t="t"/>
              <a:pathLst>
                <a:path extrusionOk="0" h="1733" w="2828">
                  <a:moveTo>
                    <a:pt x="750" y="1"/>
                  </a:moveTo>
                  <a:cubicBezTo>
                    <a:pt x="606" y="1"/>
                    <a:pt x="467" y="46"/>
                    <a:pt x="356" y="123"/>
                  </a:cubicBezTo>
                  <a:cubicBezTo>
                    <a:pt x="208" y="222"/>
                    <a:pt x="99" y="376"/>
                    <a:pt x="66" y="564"/>
                  </a:cubicBezTo>
                  <a:cubicBezTo>
                    <a:pt x="1" y="936"/>
                    <a:pt x="247" y="1295"/>
                    <a:pt x="619" y="1364"/>
                  </a:cubicBezTo>
                  <a:lnTo>
                    <a:pt x="1495" y="1528"/>
                  </a:lnTo>
                  <a:lnTo>
                    <a:pt x="2577" y="1732"/>
                  </a:lnTo>
                  <a:lnTo>
                    <a:pt x="2827" y="376"/>
                  </a:lnTo>
                  <a:lnTo>
                    <a:pt x="1745" y="176"/>
                  </a:lnTo>
                  <a:lnTo>
                    <a:pt x="869" y="11"/>
                  </a:lnTo>
                  <a:cubicBezTo>
                    <a:pt x="829" y="4"/>
                    <a:pt x="789" y="1"/>
                    <a:pt x="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7200748" y="1884751"/>
              <a:ext cx="268460" cy="215985"/>
            </a:xfrm>
            <a:custGeom>
              <a:rect b="b" l="l" r="r" t="t"/>
              <a:pathLst>
                <a:path extrusionOk="0" h="1568" w="1949">
                  <a:moveTo>
                    <a:pt x="251" y="0"/>
                  </a:moveTo>
                  <a:lnTo>
                    <a:pt x="1" y="1356"/>
                  </a:lnTo>
                  <a:lnTo>
                    <a:pt x="1083" y="1557"/>
                  </a:lnTo>
                  <a:cubicBezTo>
                    <a:pt x="1124" y="1564"/>
                    <a:pt x="1165" y="1567"/>
                    <a:pt x="1205" y="1567"/>
                  </a:cubicBezTo>
                  <a:cubicBezTo>
                    <a:pt x="1530" y="1567"/>
                    <a:pt x="1821" y="1338"/>
                    <a:pt x="1883" y="1004"/>
                  </a:cubicBezTo>
                  <a:cubicBezTo>
                    <a:pt x="1949" y="629"/>
                    <a:pt x="1708" y="273"/>
                    <a:pt x="1333" y="201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7814814" y="2044018"/>
              <a:ext cx="389397" cy="238575"/>
            </a:xfrm>
            <a:custGeom>
              <a:rect b="b" l="l" r="r" t="t"/>
              <a:pathLst>
                <a:path extrusionOk="0" h="1732" w="2827">
                  <a:moveTo>
                    <a:pt x="748" y="0"/>
                  </a:moveTo>
                  <a:cubicBezTo>
                    <a:pt x="604" y="0"/>
                    <a:pt x="466" y="45"/>
                    <a:pt x="352" y="123"/>
                  </a:cubicBezTo>
                  <a:cubicBezTo>
                    <a:pt x="204" y="222"/>
                    <a:pt x="99" y="376"/>
                    <a:pt x="66" y="564"/>
                  </a:cubicBezTo>
                  <a:cubicBezTo>
                    <a:pt x="0" y="936"/>
                    <a:pt x="247" y="1294"/>
                    <a:pt x="616" y="1363"/>
                  </a:cubicBezTo>
                  <a:lnTo>
                    <a:pt x="1494" y="1528"/>
                  </a:lnTo>
                  <a:lnTo>
                    <a:pt x="2574" y="1732"/>
                  </a:lnTo>
                  <a:lnTo>
                    <a:pt x="2827" y="376"/>
                  </a:lnTo>
                  <a:lnTo>
                    <a:pt x="1744" y="175"/>
                  </a:lnTo>
                  <a:lnTo>
                    <a:pt x="869" y="11"/>
                  </a:lnTo>
                  <a:cubicBezTo>
                    <a:pt x="828" y="4"/>
                    <a:pt x="788" y="0"/>
                    <a:pt x="7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8020592" y="2068122"/>
              <a:ext cx="268460" cy="215709"/>
            </a:xfrm>
            <a:custGeom>
              <a:rect b="b" l="l" r="r" t="t"/>
              <a:pathLst>
                <a:path extrusionOk="0" h="1566" w="1949">
                  <a:moveTo>
                    <a:pt x="250" y="0"/>
                  </a:moveTo>
                  <a:lnTo>
                    <a:pt x="0" y="1353"/>
                  </a:lnTo>
                  <a:lnTo>
                    <a:pt x="1080" y="1554"/>
                  </a:lnTo>
                  <a:cubicBezTo>
                    <a:pt x="1122" y="1562"/>
                    <a:pt x="1165" y="1565"/>
                    <a:pt x="1207" y="1565"/>
                  </a:cubicBezTo>
                  <a:cubicBezTo>
                    <a:pt x="1533" y="1565"/>
                    <a:pt x="1821" y="1336"/>
                    <a:pt x="1882" y="1004"/>
                  </a:cubicBezTo>
                  <a:cubicBezTo>
                    <a:pt x="1948" y="629"/>
                    <a:pt x="1705" y="270"/>
                    <a:pt x="1333" y="201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6892490" y="2411335"/>
              <a:ext cx="389535" cy="238575"/>
            </a:xfrm>
            <a:custGeom>
              <a:rect b="b" l="l" r="r" t="t"/>
              <a:pathLst>
                <a:path extrusionOk="0" h="1732" w="2828">
                  <a:moveTo>
                    <a:pt x="749" y="0"/>
                  </a:moveTo>
                  <a:cubicBezTo>
                    <a:pt x="604" y="0"/>
                    <a:pt x="466" y="45"/>
                    <a:pt x="353" y="123"/>
                  </a:cubicBezTo>
                  <a:cubicBezTo>
                    <a:pt x="205" y="221"/>
                    <a:pt x="100" y="379"/>
                    <a:pt x="67" y="563"/>
                  </a:cubicBezTo>
                  <a:cubicBezTo>
                    <a:pt x="1" y="939"/>
                    <a:pt x="248" y="1294"/>
                    <a:pt x="616" y="1366"/>
                  </a:cubicBezTo>
                  <a:lnTo>
                    <a:pt x="1495" y="1531"/>
                  </a:lnTo>
                  <a:lnTo>
                    <a:pt x="2574" y="1732"/>
                  </a:lnTo>
                  <a:lnTo>
                    <a:pt x="2828" y="379"/>
                  </a:lnTo>
                  <a:lnTo>
                    <a:pt x="1745" y="175"/>
                  </a:lnTo>
                  <a:lnTo>
                    <a:pt x="870" y="11"/>
                  </a:lnTo>
                  <a:cubicBezTo>
                    <a:pt x="829" y="4"/>
                    <a:pt x="789" y="0"/>
                    <a:pt x="7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7098271" y="2436266"/>
              <a:ext cx="268460" cy="215571"/>
            </a:xfrm>
            <a:custGeom>
              <a:rect b="b" l="l" r="r" t="t"/>
              <a:pathLst>
                <a:path extrusionOk="0" h="1565" w="1949">
                  <a:moveTo>
                    <a:pt x="251" y="1"/>
                  </a:moveTo>
                  <a:lnTo>
                    <a:pt x="1" y="1353"/>
                  </a:lnTo>
                  <a:lnTo>
                    <a:pt x="1080" y="1554"/>
                  </a:lnTo>
                  <a:cubicBezTo>
                    <a:pt x="1121" y="1561"/>
                    <a:pt x="1162" y="1565"/>
                    <a:pt x="1203" y="1565"/>
                  </a:cubicBezTo>
                  <a:cubicBezTo>
                    <a:pt x="1531" y="1565"/>
                    <a:pt x="1822" y="1335"/>
                    <a:pt x="1883" y="1004"/>
                  </a:cubicBezTo>
                  <a:cubicBezTo>
                    <a:pt x="1949" y="629"/>
                    <a:pt x="1705" y="271"/>
                    <a:pt x="1334" y="202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7712338" y="2595100"/>
              <a:ext cx="388984" cy="238713"/>
            </a:xfrm>
            <a:custGeom>
              <a:rect b="b" l="l" r="r" t="t"/>
              <a:pathLst>
                <a:path extrusionOk="0" h="1733" w="2824">
                  <a:moveTo>
                    <a:pt x="747" y="1"/>
                  </a:moveTo>
                  <a:cubicBezTo>
                    <a:pt x="604" y="1"/>
                    <a:pt x="466" y="46"/>
                    <a:pt x="353" y="123"/>
                  </a:cubicBezTo>
                  <a:cubicBezTo>
                    <a:pt x="205" y="222"/>
                    <a:pt x="99" y="380"/>
                    <a:pt x="66" y="564"/>
                  </a:cubicBezTo>
                  <a:cubicBezTo>
                    <a:pt x="1" y="939"/>
                    <a:pt x="247" y="1295"/>
                    <a:pt x="616" y="1367"/>
                  </a:cubicBezTo>
                  <a:lnTo>
                    <a:pt x="1491" y="1532"/>
                  </a:lnTo>
                  <a:lnTo>
                    <a:pt x="2574" y="1732"/>
                  </a:lnTo>
                  <a:lnTo>
                    <a:pt x="2824" y="380"/>
                  </a:lnTo>
                  <a:lnTo>
                    <a:pt x="1745" y="176"/>
                  </a:lnTo>
                  <a:lnTo>
                    <a:pt x="866" y="11"/>
                  </a:lnTo>
                  <a:cubicBezTo>
                    <a:pt x="826" y="4"/>
                    <a:pt x="786" y="1"/>
                    <a:pt x="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7917703" y="2619204"/>
              <a:ext cx="268873" cy="216122"/>
            </a:xfrm>
            <a:custGeom>
              <a:rect b="b" l="l" r="r" t="t"/>
              <a:pathLst>
                <a:path extrusionOk="0" h="1569" w="1952">
                  <a:moveTo>
                    <a:pt x="254" y="1"/>
                  </a:moveTo>
                  <a:lnTo>
                    <a:pt x="0" y="1357"/>
                  </a:lnTo>
                  <a:lnTo>
                    <a:pt x="1083" y="1557"/>
                  </a:lnTo>
                  <a:cubicBezTo>
                    <a:pt x="1124" y="1565"/>
                    <a:pt x="1165" y="1568"/>
                    <a:pt x="1206" y="1568"/>
                  </a:cubicBezTo>
                  <a:cubicBezTo>
                    <a:pt x="1533" y="1568"/>
                    <a:pt x="1824" y="1338"/>
                    <a:pt x="1886" y="1005"/>
                  </a:cubicBezTo>
                  <a:cubicBezTo>
                    <a:pt x="1952" y="629"/>
                    <a:pt x="1708" y="274"/>
                    <a:pt x="1333" y="205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6790151" y="2962850"/>
              <a:ext cx="388984" cy="238299"/>
            </a:xfrm>
            <a:custGeom>
              <a:rect b="b" l="l" r="r" t="t"/>
              <a:pathLst>
                <a:path extrusionOk="0" h="1730" w="2824">
                  <a:moveTo>
                    <a:pt x="742" y="0"/>
                  </a:moveTo>
                  <a:cubicBezTo>
                    <a:pt x="601" y="0"/>
                    <a:pt x="465" y="43"/>
                    <a:pt x="352" y="120"/>
                  </a:cubicBezTo>
                  <a:cubicBezTo>
                    <a:pt x="204" y="219"/>
                    <a:pt x="99" y="377"/>
                    <a:pt x="66" y="561"/>
                  </a:cubicBezTo>
                  <a:cubicBezTo>
                    <a:pt x="0" y="936"/>
                    <a:pt x="247" y="1291"/>
                    <a:pt x="616" y="1364"/>
                  </a:cubicBezTo>
                  <a:lnTo>
                    <a:pt x="1491" y="1528"/>
                  </a:lnTo>
                  <a:lnTo>
                    <a:pt x="2573" y="1729"/>
                  </a:lnTo>
                  <a:lnTo>
                    <a:pt x="2824" y="377"/>
                  </a:lnTo>
                  <a:lnTo>
                    <a:pt x="1744" y="176"/>
                  </a:lnTo>
                  <a:lnTo>
                    <a:pt x="866" y="11"/>
                  </a:lnTo>
                  <a:cubicBezTo>
                    <a:pt x="824" y="4"/>
                    <a:pt x="783" y="0"/>
                    <a:pt x="7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6995381" y="2987506"/>
              <a:ext cx="269011" cy="215571"/>
            </a:xfrm>
            <a:custGeom>
              <a:rect b="b" l="l" r="r" t="t"/>
              <a:pathLst>
                <a:path extrusionOk="0" h="1565" w="1953">
                  <a:moveTo>
                    <a:pt x="254" y="0"/>
                  </a:moveTo>
                  <a:lnTo>
                    <a:pt x="1" y="1353"/>
                  </a:lnTo>
                  <a:lnTo>
                    <a:pt x="1083" y="1553"/>
                  </a:lnTo>
                  <a:cubicBezTo>
                    <a:pt x="1125" y="1561"/>
                    <a:pt x="1167" y="1564"/>
                    <a:pt x="1207" y="1564"/>
                  </a:cubicBezTo>
                  <a:cubicBezTo>
                    <a:pt x="1535" y="1564"/>
                    <a:pt x="1825" y="1337"/>
                    <a:pt x="1886" y="1004"/>
                  </a:cubicBezTo>
                  <a:cubicBezTo>
                    <a:pt x="1952" y="629"/>
                    <a:pt x="1709" y="270"/>
                    <a:pt x="1334" y="201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7609036" y="3146457"/>
              <a:ext cx="389397" cy="238437"/>
            </a:xfrm>
            <a:custGeom>
              <a:rect b="b" l="l" r="r" t="t"/>
              <a:pathLst>
                <a:path extrusionOk="0" h="1731" w="2827">
                  <a:moveTo>
                    <a:pt x="753" y="1"/>
                  </a:moveTo>
                  <a:cubicBezTo>
                    <a:pt x="608" y="1"/>
                    <a:pt x="468" y="44"/>
                    <a:pt x="356" y="122"/>
                  </a:cubicBezTo>
                  <a:cubicBezTo>
                    <a:pt x="208" y="220"/>
                    <a:pt x="99" y="378"/>
                    <a:pt x="66" y="563"/>
                  </a:cubicBezTo>
                  <a:cubicBezTo>
                    <a:pt x="0" y="938"/>
                    <a:pt x="247" y="1296"/>
                    <a:pt x="619" y="1366"/>
                  </a:cubicBezTo>
                  <a:lnTo>
                    <a:pt x="1494" y="1530"/>
                  </a:lnTo>
                  <a:lnTo>
                    <a:pt x="2577" y="1731"/>
                  </a:lnTo>
                  <a:lnTo>
                    <a:pt x="2827" y="378"/>
                  </a:lnTo>
                  <a:lnTo>
                    <a:pt x="1744" y="174"/>
                  </a:lnTo>
                  <a:lnTo>
                    <a:pt x="869" y="10"/>
                  </a:lnTo>
                  <a:cubicBezTo>
                    <a:pt x="830" y="4"/>
                    <a:pt x="792" y="1"/>
                    <a:pt x="7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7815227" y="3171249"/>
              <a:ext cx="268873" cy="215571"/>
            </a:xfrm>
            <a:custGeom>
              <a:rect b="b" l="l" r="r" t="t"/>
              <a:pathLst>
                <a:path extrusionOk="0" h="1565" w="1952">
                  <a:moveTo>
                    <a:pt x="251" y="1"/>
                  </a:moveTo>
                  <a:lnTo>
                    <a:pt x="1" y="1353"/>
                  </a:lnTo>
                  <a:lnTo>
                    <a:pt x="1083" y="1554"/>
                  </a:lnTo>
                  <a:cubicBezTo>
                    <a:pt x="1125" y="1561"/>
                    <a:pt x="1166" y="1565"/>
                    <a:pt x="1207" y="1565"/>
                  </a:cubicBezTo>
                  <a:cubicBezTo>
                    <a:pt x="1534" y="1565"/>
                    <a:pt x="1822" y="1338"/>
                    <a:pt x="1886" y="1005"/>
                  </a:cubicBezTo>
                  <a:cubicBezTo>
                    <a:pt x="1952" y="629"/>
                    <a:pt x="1708" y="271"/>
                    <a:pt x="1333" y="202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6695800" y="3465054"/>
              <a:ext cx="389535" cy="238713"/>
            </a:xfrm>
            <a:custGeom>
              <a:rect b="b" l="l" r="r" t="t"/>
              <a:pathLst>
                <a:path extrusionOk="0" h="1733" w="2828">
                  <a:moveTo>
                    <a:pt x="750" y="1"/>
                  </a:moveTo>
                  <a:cubicBezTo>
                    <a:pt x="606" y="1"/>
                    <a:pt x="467" y="46"/>
                    <a:pt x="356" y="123"/>
                  </a:cubicBezTo>
                  <a:cubicBezTo>
                    <a:pt x="208" y="222"/>
                    <a:pt x="99" y="380"/>
                    <a:pt x="66" y="564"/>
                  </a:cubicBezTo>
                  <a:cubicBezTo>
                    <a:pt x="1" y="939"/>
                    <a:pt x="247" y="1295"/>
                    <a:pt x="619" y="1367"/>
                  </a:cubicBezTo>
                  <a:lnTo>
                    <a:pt x="1495" y="1532"/>
                  </a:lnTo>
                  <a:lnTo>
                    <a:pt x="2577" y="1732"/>
                  </a:lnTo>
                  <a:lnTo>
                    <a:pt x="2827" y="377"/>
                  </a:lnTo>
                  <a:lnTo>
                    <a:pt x="1745" y="176"/>
                  </a:lnTo>
                  <a:lnTo>
                    <a:pt x="869" y="11"/>
                  </a:lnTo>
                  <a:cubicBezTo>
                    <a:pt x="830" y="4"/>
                    <a:pt x="790" y="1"/>
                    <a:pt x="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6901994" y="3489709"/>
              <a:ext cx="269011" cy="215985"/>
            </a:xfrm>
            <a:custGeom>
              <a:rect b="b" l="l" r="r" t="t"/>
              <a:pathLst>
                <a:path extrusionOk="0" h="1568" w="1953">
                  <a:moveTo>
                    <a:pt x="251" y="0"/>
                  </a:moveTo>
                  <a:lnTo>
                    <a:pt x="1" y="1356"/>
                  </a:lnTo>
                  <a:lnTo>
                    <a:pt x="1084" y="1557"/>
                  </a:lnTo>
                  <a:cubicBezTo>
                    <a:pt x="1125" y="1564"/>
                    <a:pt x="1166" y="1568"/>
                    <a:pt x="1206" y="1568"/>
                  </a:cubicBezTo>
                  <a:cubicBezTo>
                    <a:pt x="1533" y="1568"/>
                    <a:pt x="1822" y="1338"/>
                    <a:pt x="1887" y="1004"/>
                  </a:cubicBezTo>
                  <a:cubicBezTo>
                    <a:pt x="1952" y="632"/>
                    <a:pt x="1709" y="273"/>
                    <a:pt x="1334" y="204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7515650" y="3648918"/>
              <a:ext cx="388984" cy="238713"/>
            </a:xfrm>
            <a:custGeom>
              <a:rect b="b" l="l" r="r" t="t"/>
              <a:pathLst>
                <a:path extrusionOk="0" h="1733" w="2824">
                  <a:moveTo>
                    <a:pt x="748" y="1"/>
                  </a:moveTo>
                  <a:cubicBezTo>
                    <a:pt x="604" y="1"/>
                    <a:pt x="466" y="46"/>
                    <a:pt x="352" y="123"/>
                  </a:cubicBezTo>
                  <a:cubicBezTo>
                    <a:pt x="204" y="222"/>
                    <a:pt x="99" y="380"/>
                    <a:pt x="66" y="564"/>
                  </a:cubicBezTo>
                  <a:cubicBezTo>
                    <a:pt x="0" y="939"/>
                    <a:pt x="247" y="1295"/>
                    <a:pt x="616" y="1367"/>
                  </a:cubicBezTo>
                  <a:lnTo>
                    <a:pt x="1494" y="1531"/>
                  </a:lnTo>
                  <a:lnTo>
                    <a:pt x="2574" y="1732"/>
                  </a:lnTo>
                  <a:lnTo>
                    <a:pt x="2824" y="376"/>
                  </a:lnTo>
                  <a:lnTo>
                    <a:pt x="1744" y="176"/>
                  </a:lnTo>
                  <a:lnTo>
                    <a:pt x="869" y="11"/>
                  </a:lnTo>
                  <a:cubicBezTo>
                    <a:pt x="829" y="4"/>
                    <a:pt x="788" y="1"/>
                    <a:pt x="7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7721842" y="3673986"/>
              <a:ext cx="268460" cy="215571"/>
            </a:xfrm>
            <a:custGeom>
              <a:rect b="b" l="l" r="r" t="t"/>
              <a:pathLst>
                <a:path extrusionOk="0" h="1565" w="1949">
                  <a:moveTo>
                    <a:pt x="251" y="0"/>
                  </a:moveTo>
                  <a:lnTo>
                    <a:pt x="1" y="1353"/>
                  </a:lnTo>
                  <a:lnTo>
                    <a:pt x="1083" y="1553"/>
                  </a:lnTo>
                  <a:cubicBezTo>
                    <a:pt x="1124" y="1561"/>
                    <a:pt x="1165" y="1564"/>
                    <a:pt x="1205" y="1564"/>
                  </a:cubicBezTo>
                  <a:cubicBezTo>
                    <a:pt x="1530" y="1564"/>
                    <a:pt x="1821" y="1335"/>
                    <a:pt x="1883" y="1004"/>
                  </a:cubicBezTo>
                  <a:cubicBezTo>
                    <a:pt x="1949" y="629"/>
                    <a:pt x="1709" y="270"/>
                    <a:pt x="1333" y="201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5" name="Google Shape;665;p29"/>
          <p:cNvGrpSpPr/>
          <p:nvPr/>
        </p:nvGrpSpPr>
        <p:grpSpPr>
          <a:xfrm rot="79">
            <a:off x="5356297" y="191911"/>
            <a:ext cx="1200706" cy="1142137"/>
            <a:chOff x="4083600" y="2744000"/>
            <a:chExt cx="274975" cy="261550"/>
          </a:xfrm>
        </p:grpSpPr>
        <p:sp>
          <p:nvSpPr>
            <p:cNvPr id="666" name="Google Shape;666;p29"/>
            <p:cNvSpPr/>
            <p:nvPr/>
          </p:nvSpPr>
          <p:spPr>
            <a:xfrm>
              <a:off x="4083600" y="2758475"/>
              <a:ext cx="274975" cy="247075"/>
            </a:xfrm>
            <a:custGeom>
              <a:rect b="b" l="l" r="r" t="t"/>
              <a:pathLst>
                <a:path extrusionOk="0" h="9883" w="10999">
                  <a:moveTo>
                    <a:pt x="3012" y="1"/>
                  </a:moveTo>
                  <a:cubicBezTo>
                    <a:pt x="1515" y="1"/>
                    <a:pt x="1" y="1116"/>
                    <a:pt x="1" y="3252"/>
                  </a:cubicBezTo>
                  <a:cubicBezTo>
                    <a:pt x="1" y="3680"/>
                    <a:pt x="103" y="4111"/>
                    <a:pt x="277" y="4539"/>
                  </a:cubicBezTo>
                  <a:cubicBezTo>
                    <a:pt x="1334" y="7132"/>
                    <a:pt x="5059" y="9593"/>
                    <a:pt x="5246" y="9715"/>
                  </a:cubicBezTo>
                  <a:lnTo>
                    <a:pt x="5500" y="9883"/>
                  </a:lnTo>
                  <a:lnTo>
                    <a:pt x="5753" y="9718"/>
                  </a:lnTo>
                  <a:cubicBezTo>
                    <a:pt x="5941" y="9600"/>
                    <a:pt x="9666" y="7135"/>
                    <a:pt x="10725" y="4542"/>
                  </a:cubicBezTo>
                  <a:cubicBezTo>
                    <a:pt x="10900" y="4114"/>
                    <a:pt x="10998" y="3680"/>
                    <a:pt x="10998" y="3255"/>
                  </a:cubicBezTo>
                  <a:cubicBezTo>
                    <a:pt x="10998" y="1116"/>
                    <a:pt x="9485" y="1"/>
                    <a:pt x="7987" y="1"/>
                  </a:cubicBezTo>
                  <a:cubicBezTo>
                    <a:pt x="7030" y="1"/>
                    <a:pt x="6135" y="452"/>
                    <a:pt x="5500" y="1218"/>
                  </a:cubicBezTo>
                  <a:cubicBezTo>
                    <a:pt x="4868" y="452"/>
                    <a:pt x="3969" y="1"/>
                    <a:pt x="301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4221075" y="2744000"/>
              <a:ext cx="137500" cy="113475"/>
            </a:xfrm>
            <a:custGeom>
              <a:rect b="b" l="l" r="r" t="t"/>
              <a:pathLst>
                <a:path extrusionOk="0" h="4539" w="5500">
                  <a:moveTo>
                    <a:pt x="2488" y="1"/>
                  </a:moveTo>
                  <a:cubicBezTo>
                    <a:pt x="1531" y="1"/>
                    <a:pt x="636" y="448"/>
                    <a:pt x="1" y="1218"/>
                  </a:cubicBezTo>
                  <a:lnTo>
                    <a:pt x="1" y="4538"/>
                  </a:lnTo>
                  <a:lnTo>
                    <a:pt x="5226" y="4538"/>
                  </a:lnTo>
                  <a:cubicBezTo>
                    <a:pt x="5401" y="4111"/>
                    <a:pt x="5499" y="3673"/>
                    <a:pt x="5499" y="3252"/>
                  </a:cubicBezTo>
                  <a:cubicBezTo>
                    <a:pt x="5499" y="1116"/>
                    <a:pt x="3986" y="1"/>
                    <a:pt x="2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4221075" y="2857525"/>
              <a:ext cx="130675" cy="133550"/>
            </a:xfrm>
            <a:custGeom>
              <a:rect b="b" l="l" r="r" t="t"/>
              <a:pathLst>
                <a:path extrusionOk="0" h="5342" w="5227">
                  <a:moveTo>
                    <a:pt x="1" y="1"/>
                  </a:moveTo>
                  <a:lnTo>
                    <a:pt x="1" y="5341"/>
                  </a:lnTo>
                  <a:lnTo>
                    <a:pt x="254" y="5177"/>
                  </a:lnTo>
                  <a:cubicBezTo>
                    <a:pt x="442" y="5055"/>
                    <a:pt x="4167" y="2594"/>
                    <a:pt x="5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4262550" y="2836550"/>
              <a:ext cx="40900" cy="41000"/>
            </a:xfrm>
            <a:custGeom>
              <a:rect b="b" l="l" r="r" t="t"/>
              <a:pathLst>
                <a:path extrusionOk="0" h="1640" w="1636">
                  <a:moveTo>
                    <a:pt x="819" y="1"/>
                  </a:moveTo>
                  <a:cubicBezTo>
                    <a:pt x="365" y="1"/>
                    <a:pt x="0" y="366"/>
                    <a:pt x="0" y="820"/>
                  </a:cubicBezTo>
                  <a:cubicBezTo>
                    <a:pt x="0" y="1271"/>
                    <a:pt x="365" y="1639"/>
                    <a:pt x="819" y="1639"/>
                  </a:cubicBezTo>
                  <a:cubicBezTo>
                    <a:pt x="1270" y="1639"/>
                    <a:pt x="1636" y="1271"/>
                    <a:pt x="1636" y="820"/>
                  </a:cubicBezTo>
                  <a:cubicBezTo>
                    <a:pt x="1636" y="372"/>
                    <a:pt x="1270" y="4"/>
                    <a:pt x="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4090525" y="2857450"/>
              <a:ext cx="130575" cy="133625"/>
            </a:xfrm>
            <a:custGeom>
              <a:rect b="b" l="l" r="r" t="t"/>
              <a:pathLst>
                <a:path extrusionOk="0" h="5345" w="5223">
                  <a:moveTo>
                    <a:pt x="0" y="0"/>
                  </a:moveTo>
                  <a:cubicBezTo>
                    <a:pt x="1057" y="2590"/>
                    <a:pt x="4782" y="5055"/>
                    <a:pt x="4969" y="5173"/>
                  </a:cubicBezTo>
                  <a:lnTo>
                    <a:pt x="5223" y="5344"/>
                  </a:lnTo>
                  <a:lnTo>
                    <a:pt x="52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4200175" y="2893975"/>
              <a:ext cx="41000" cy="40900"/>
            </a:xfrm>
            <a:custGeom>
              <a:rect b="b" l="l" r="r" t="t"/>
              <a:pathLst>
                <a:path extrusionOk="0" h="1636" w="1640">
                  <a:moveTo>
                    <a:pt x="820" y="0"/>
                  </a:moveTo>
                  <a:cubicBezTo>
                    <a:pt x="369" y="0"/>
                    <a:pt x="1" y="366"/>
                    <a:pt x="1" y="817"/>
                  </a:cubicBezTo>
                  <a:cubicBezTo>
                    <a:pt x="1" y="1271"/>
                    <a:pt x="369" y="1636"/>
                    <a:pt x="820" y="1636"/>
                  </a:cubicBezTo>
                  <a:cubicBezTo>
                    <a:pt x="1274" y="1636"/>
                    <a:pt x="1639" y="1271"/>
                    <a:pt x="1639" y="817"/>
                  </a:cubicBezTo>
                  <a:cubicBezTo>
                    <a:pt x="1639" y="369"/>
                    <a:pt x="1274" y="4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4083600" y="2744000"/>
              <a:ext cx="137500" cy="113475"/>
            </a:xfrm>
            <a:custGeom>
              <a:rect b="b" l="l" r="r" t="t"/>
              <a:pathLst>
                <a:path extrusionOk="0" h="4539" w="5500">
                  <a:moveTo>
                    <a:pt x="3012" y="1"/>
                  </a:moveTo>
                  <a:cubicBezTo>
                    <a:pt x="1515" y="1"/>
                    <a:pt x="1" y="1116"/>
                    <a:pt x="1" y="3252"/>
                  </a:cubicBezTo>
                  <a:cubicBezTo>
                    <a:pt x="1" y="3679"/>
                    <a:pt x="103" y="4111"/>
                    <a:pt x="277" y="4538"/>
                  </a:cubicBezTo>
                  <a:lnTo>
                    <a:pt x="5500" y="4538"/>
                  </a:lnTo>
                  <a:lnTo>
                    <a:pt x="5500" y="1218"/>
                  </a:lnTo>
                  <a:cubicBezTo>
                    <a:pt x="4868" y="448"/>
                    <a:pt x="3969" y="1"/>
                    <a:pt x="30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4140875" y="2836550"/>
              <a:ext cx="40975" cy="41000"/>
            </a:xfrm>
            <a:custGeom>
              <a:rect b="b" l="l" r="r" t="t"/>
              <a:pathLst>
                <a:path extrusionOk="0" h="1640" w="1639">
                  <a:moveTo>
                    <a:pt x="820" y="1"/>
                  </a:moveTo>
                  <a:cubicBezTo>
                    <a:pt x="365" y="1"/>
                    <a:pt x="0" y="366"/>
                    <a:pt x="0" y="820"/>
                  </a:cubicBezTo>
                  <a:cubicBezTo>
                    <a:pt x="0" y="1271"/>
                    <a:pt x="365" y="1639"/>
                    <a:pt x="820" y="1639"/>
                  </a:cubicBezTo>
                  <a:cubicBezTo>
                    <a:pt x="1270" y="1639"/>
                    <a:pt x="1639" y="1271"/>
                    <a:pt x="1639" y="820"/>
                  </a:cubicBezTo>
                  <a:cubicBezTo>
                    <a:pt x="1639" y="372"/>
                    <a:pt x="1270" y="4"/>
                    <a:pt x="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4200175" y="2794275"/>
              <a:ext cx="41000" cy="40975"/>
            </a:xfrm>
            <a:custGeom>
              <a:rect b="b" l="l" r="r" t="t"/>
              <a:pathLst>
                <a:path extrusionOk="0" h="1639" w="1640">
                  <a:moveTo>
                    <a:pt x="820" y="0"/>
                  </a:moveTo>
                  <a:cubicBezTo>
                    <a:pt x="369" y="0"/>
                    <a:pt x="1" y="369"/>
                    <a:pt x="1" y="820"/>
                  </a:cubicBezTo>
                  <a:cubicBezTo>
                    <a:pt x="1" y="1270"/>
                    <a:pt x="369" y="1639"/>
                    <a:pt x="820" y="1639"/>
                  </a:cubicBezTo>
                  <a:cubicBezTo>
                    <a:pt x="1271" y="1639"/>
                    <a:pt x="1639" y="1270"/>
                    <a:pt x="1639" y="820"/>
                  </a:cubicBezTo>
                  <a:cubicBezTo>
                    <a:pt x="1639" y="369"/>
                    <a:pt x="1271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5" name="Google Shape;675;p29"/>
          <p:cNvSpPr txBox="1"/>
          <p:nvPr/>
        </p:nvSpPr>
        <p:spPr>
          <a:xfrm>
            <a:off x="454100" y="3483925"/>
            <a:ext cx="374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Project Type: Innovation Driven (INN)</a:t>
            </a:r>
            <a:endParaRPr b="1"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0"/>
          <p:cNvSpPr txBox="1"/>
          <p:nvPr>
            <p:ph type="title"/>
          </p:nvPr>
        </p:nvSpPr>
        <p:spPr>
          <a:xfrm>
            <a:off x="1498950" y="1071750"/>
            <a:ext cx="6146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81" name="Google Shape;681;p30"/>
          <p:cNvSpPr txBox="1"/>
          <p:nvPr>
            <p:ph idx="1" type="subTitle"/>
          </p:nvPr>
        </p:nvSpPr>
        <p:spPr>
          <a:xfrm>
            <a:off x="1498950" y="2195300"/>
            <a:ext cx="6585600" cy="12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Mental health assessment is a safety-critical clinical process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Incorrect or premature automation can cause serious harm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Clinicians face increasing cognitive and time pressure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AI has potential, but misuse introduces ethical and safety risks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686;p31"/>
          <p:cNvGrpSpPr/>
          <p:nvPr/>
        </p:nvGrpSpPr>
        <p:grpSpPr>
          <a:xfrm>
            <a:off x="7515838" y="1199723"/>
            <a:ext cx="1752170" cy="538600"/>
            <a:chOff x="7515838" y="1199723"/>
            <a:chExt cx="1752170" cy="538600"/>
          </a:xfrm>
        </p:grpSpPr>
        <p:sp>
          <p:nvSpPr>
            <p:cNvPr id="687" name="Google Shape;687;p31"/>
            <p:cNvSpPr/>
            <p:nvPr/>
          </p:nvSpPr>
          <p:spPr>
            <a:xfrm>
              <a:off x="7515838" y="1199723"/>
              <a:ext cx="1083472" cy="342318"/>
            </a:xfrm>
            <a:custGeom>
              <a:rect b="b" l="l" r="r" t="t"/>
              <a:pathLst>
                <a:path extrusionOk="0" h="3395" w="10745">
                  <a:moveTo>
                    <a:pt x="3391" y="1"/>
                  </a:moveTo>
                  <a:cubicBezTo>
                    <a:pt x="1925" y="1"/>
                    <a:pt x="346" y="1436"/>
                    <a:pt x="1" y="3395"/>
                  </a:cubicBezTo>
                  <a:lnTo>
                    <a:pt x="10745" y="3395"/>
                  </a:lnTo>
                  <a:cubicBezTo>
                    <a:pt x="10569" y="2667"/>
                    <a:pt x="9893" y="2287"/>
                    <a:pt x="9206" y="2287"/>
                  </a:cubicBezTo>
                  <a:cubicBezTo>
                    <a:pt x="8913" y="2287"/>
                    <a:pt x="8618" y="2356"/>
                    <a:pt x="8359" y="2496"/>
                  </a:cubicBezTo>
                  <a:cubicBezTo>
                    <a:pt x="8239" y="1801"/>
                    <a:pt x="7626" y="1429"/>
                    <a:pt x="7018" y="1429"/>
                  </a:cubicBezTo>
                  <a:cubicBezTo>
                    <a:pt x="6508" y="1429"/>
                    <a:pt x="6002" y="1689"/>
                    <a:pt x="5789" y="2240"/>
                  </a:cubicBezTo>
                  <a:cubicBezTo>
                    <a:pt x="5317" y="654"/>
                    <a:pt x="4380" y="1"/>
                    <a:pt x="3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1"/>
            <p:cNvSpPr/>
            <p:nvPr/>
          </p:nvSpPr>
          <p:spPr>
            <a:xfrm>
              <a:off x="7980382" y="1324325"/>
              <a:ext cx="1287626" cy="413998"/>
            </a:xfrm>
            <a:custGeom>
              <a:rect b="b" l="l" r="r" t="t"/>
              <a:pathLst>
                <a:path extrusionOk="0" h="4106" w="12769">
                  <a:moveTo>
                    <a:pt x="6300" y="0"/>
                  </a:moveTo>
                  <a:cubicBezTo>
                    <a:pt x="5212" y="0"/>
                    <a:pt x="4093" y="707"/>
                    <a:pt x="3755" y="2065"/>
                  </a:cubicBezTo>
                  <a:cubicBezTo>
                    <a:pt x="3367" y="1839"/>
                    <a:pt x="2961" y="1738"/>
                    <a:pt x="2566" y="1738"/>
                  </a:cubicBezTo>
                  <a:cubicBezTo>
                    <a:pt x="1317" y="1738"/>
                    <a:pt x="170" y="2755"/>
                    <a:pt x="1" y="4105"/>
                  </a:cubicBezTo>
                  <a:lnTo>
                    <a:pt x="12768" y="4105"/>
                  </a:lnTo>
                  <a:cubicBezTo>
                    <a:pt x="12664" y="3631"/>
                    <a:pt x="12245" y="3204"/>
                    <a:pt x="11778" y="3204"/>
                  </a:cubicBezTo>
                  <a:cubicBezTo>
                    <a:pt x="11658" y="3204"/>
                    <a:pt x="11535" y="3232"/>
                    <a:pt x="11413" y="3296"/>
                  </a:cubicBezTo>
                  <a:cubicBezTo>
                    <a:pt x="11199" y="2451"/>
                    <a:pt x="10371" y="1769"/>
                    <a:pt x="9537" y="1769"/>
                  </a:cubicBezTo>
                  <a:cubicBezTo>
                    <a:pt x="9227" y="1769"/>
                    <a:pt x="8916" y="1863"/>
                    <a:pt x="8635" y="2078"/>
                  </a:cubicBezTo>
                  <a:cubicBezTo>
                    <a:pt x="8395" y="676"/>
                    <a:pt x="7362" y="0"/>
                    <a:pt x="6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9" name="Google Shape;689;p31"/>
          <p:cNvSpPr/>
          <p:nvPr/>
        </p:nvSpPr>
        <p:spPr>
          <a:xfrm flipH="1" rot="3198987">
            <a:off x="8387656" y="2250932"/>
            <a:ext cx="624838" cy="641637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1"/>
          <p:cNvSpPr/>
          <p:nvPr/>
        </p:nvSpPr>
        <p:spPr>
          <a:xfrm flipH="1" rot="-2822222">
            <a:off x="6531370" y="1566105"/>
            <a:ext cx="624835" cy="641638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1"/>
          <p:cNvSpPr txBox="1"/>
          <p:nvPr>
            <p:ph idx="2" type="title"/>
          </p:nvPr>
        </p:nvSpPr>
        <p:spPr>
          <a:xfrm>
            <a:off x="720003" y="1263000"/>
            <a:ext cx="99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92" name="Google Shape;692;p31"/>
          <p:cNvSpPr txBox="1"/>
          <p:nvPr>
            <p:ph idx="3" type="title"/>
          </p:nvPr>
        </p:nvSpPr>
        <p:spPr>
          <a:xfrm>
            <a:off x="3951598" y="1263000"/>
            <a:ext cx="99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93" name="Google Shape;693;p31"/>
          <p:cNvSpPr txBox="1"/>
          <p:nvPr>
            <p:ph idx="4" type="subTitle"/>
          </p:nvPr>
        </p:nvSpPr>
        <p:spPr>
          <a:xfrm>
            <a:off x="3951598" y="1867452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Preserve human decision authority</a:t>
            </a:r>
            <a:endParaRPr sz="1300"/>
          </a:p>
        </p:txBody>
      </p:sp>
      <p:sp>
        <p:nvSpPr>
          <p:cNvPr id="694" name="Google Shape;694;p31"/>
          <p:cNvSpPr txBox="1"/>
          <p:nvPr>
            <p:ph idx="5" type="title"/>
          </p:nvPr>
        </p:nvSpPr>
        <p:spPr>
          <a:xfrm>
            <a:off x="720003" y="3032800"/>
            <a:ext cx="99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95" name="Google Shape;695;p31"/>
          <p:cNvSpPr txBox="1"/>
          <p:nvPr>
            <p:ph idx="6" type="subTitle"/>
          </p:nvPr>
        </p:nvSpPr>
        <p:spPr>
          <a:xfrm>
            <a:off x="720003" y="3626201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Ensure safety, fairness, privacy, and robustness</a:t>
            </a:r>
            <a:endParaRPr sz="1300"/>
          </a:p>
        </p:txBody>
      </p:sp>
      <p:sp>
        <p:nvSpPr>
          <p:cNvPr id="696" name="Google Shape;696;p31"/>
          <p:cNvSpPr txBox="1"/>
          <p:nvPr>
            <p:ph idx="7" type="title"/>
          </p:nvPr>
        </p:nvSpPr>
        <p:spPr>
          <a:xfrm>
            <a:off x="3951598" y="3032800"/>
            <a:ext cx="9942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97" name="Google Shape;697;p31"/>
          <p:cNvSpPr txBox="1"/>
          <p:nvPr>
            <p:ph idx="8" type="subTitle"/>
          </p:nvPr>
        </p:nvSpPr>
        <p:spPr>
          <a:xfrm>
            <a:off x="3951598" y="3435701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Enable real deployment and reproducibility</a:t>
            </a:r>
            <a:endParaRPr sz="1300"/>
          </a:p>
        </p:txBody>
      </p:sp>
      <p:sp>
        <p:nvSpPr>
          <p:cNvPr id="698" name="Google Shape;698;p31"/>
          <p:cNvSpPr txBox="1"/>
          <p:nvPr>
            <p:ph type="title"/>
          </p:nvPr>
        </p:nvSpPr>
        <p:spPr>
          <a:xfrm>
            <a:off x="720000" y="445025"/>
            <a:ext cx="57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Objectives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9" name="Google Shape;699;p31"/>
          <p:cNvSpPr txBox="1"/>
          <p:nvPr>
            <p:ph idx="1" type="subTitle"/>
          </p:nvPr>
        </p:nvSpPr>
        <p:spPr>
          <a:xfrm>
            <a:off x="720003" y="1867452"/>
            <a:ext cx="250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Provide probabilistic risk indicators, not diagnoses</a:t>
            </a:r>
            <a:br>
              <a:rPr lang="en" sz="1300"/>
            </a:b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pSp>
        <p:nvGrpSpPr>
          <p:cNvPr id="700" name="Google Shape;700;p31"/>
          <p:cNvGrpSpPr/>
          <p:nvPr/>
        </p:nvGrpSpPr>
        <p:grpSpPr>
          <a:xfrm>
            <a:off x="6638538" y="1867454"/>
            <a:ext cx="1960771" cy="3354762"/>
            <a:chOff x="6638538" y="1867454"/>
            <a:chExt cx="1960771" cy="3354762"/>
          </a:xfrm>
        </p:grpSpPr>
        <p:sp>
          <p:nvSpPr>
            <p:cNvPr id="701" name="Google Shape;701;p31"/>
            <p:cNvSpPr/>
            <p:nvPr/>
          </p:nvSpPr>
          <p:spPr>
            <a:xfrm>
              <a:off x="6653656" y="2574032"/>
              <a:ext cx="1314062" cy="1632236"/>
            </a:xfrm>
            <a:custGeom>
              <a:rect b="b" l="l" r="r" t="t"/>
              <a:pathLst>
                <a:path extrusionOk="0" h="21269" w="17123">
                  <a:moveTo>
                    <a:pt x="13371" y="1"/>
                  </a:moveTo>
                  <a:lnTo>
                    <a:pt x="2696" y="2130"/>
                  </a:lnTo>
                  <a:cubicBezTo>
                    <a:pt x="2466" y="2670"/>
                    <a:pt x="2301" y="3232"/>
                    <a:pt x="2209" y="3808"/>
                  </a:cubicBezTo>
                  <a:cubicBezTo>
                    <a:pt x="2084" y="4542"/>
                    <a:pt x="2077" y="5286"/>
                    <a:pt x="2064" y="6026"/>
                  </a:cubicBezTo>
                  <a:cubicBezTo>
                    <a:pt x="2061" y="6408"/>
                    <a:pt x="2051" y="6790"/>
                    <a:pt x="2048" y="7175"/>
                  </a:cubicBezTo>
                  <a:cubicBezTo>
                    <a:pt x="1357" y="8182"/>
                    <a:pt x="639" y="9291"/>
                    <a:pt x="60" y="10363"/>
                  </a:cubicBezTo>
                  <a:cubicBezTo>
                    <a:pt x="27" y="10423"/>
                    <a:pt x="1" y="10492"/>
                    <a:pt x="21" y="10554"/>
                  </a:cubicBezTo>
                  <a:cubicBezTo>
                    <a:pt x="37" y="10604"/>
                    <a:pt x="83" y="10633"/>
                    <a:pt x="126" y="10663"/>
                  </a:cubicBezTo>
                  <a:cubicBezTo>
                    <a:pt x="777" y="11067"/>
                    <a:pt x="1508" y="11341"/>
                    <a:pt x="2265" y="11453"/>
                  </a:cubicBezTo>
                  <a:cubicBezTo>
                    <a:pt x="2265" y="11453"/>
                    <a:pt x="2462" y="16987"/>
                    <a:pt x="4272" y="18156"/>
                  </a:cubicBezTo>
                  <a:cubicBezTo>
                    <a:pt x="4792" y="18491"/>
                    <a:pt x="5443" y="18611"/>
                    <a:pt x="6105" y="18611"/>
                  </a:cubicBezTo>
                  <a:cubicBezTo>
                    <a:pt x="7747" y="18611"/>
                    <a:pt x="9465" y="17876"/>
                    <a:pt x="9465" y="17876"/>
                  </a:cubicBezTo>
                  <a:cubicBezTo>
                    <a:pt x="9465" y="17876"/>
                    <a:pt x="9916" y="19669"/>
                    <a:pt x="10146" y="21269"/>
                  </a:cubicBezTo>
                  <a:cubicBezTo>
                    <a:pt x="12548" y="20768"/>
                    <a:pt x="14894" y="19995"/>
                    <a:pt x="17122" y="18962"/>
                  </a:cubicBezTo>
                  <a:cubicBezTo>
                    <a:pt x="16425" y="15602"/>
                    <a:pt x="13371" y="1"/>
                    <a:pt x="13371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7276200" y="4028938"/>
              <a:ext cx="754609" cy="617547"/>
            </a:xfrm>
            <a:custGeom>
              <a:rect b="b" l="l" r="r" t="t"/>
              <a:pathLst>
                <a:path extrusionOk="0" h="8047" w="9833">
                  <a:moveTo>
                    <a:pt x="9010" y="1"/>
                  </a:moveTo>
                  <a:cubicBezTo>
                    <a:pt x="6786" y="1027"/>
                    <a:pt x="4436" y="1807"/>
                    <a:pt x="2034" y="2307"/>
                  </a:cubicBezTo>
                  <a:cubicBezTo>
                    <a:pt x="2166" y="3232"/>
                    <a:pt x="2225" y="4097"/>
                    <a:pt x="2077" y="4509"/>
                  </a:cubicBezTo>
                  <a:cubicBezTo>
                    <a:pt x="1846" y="5154"/>
                    <a:pt x="876" y="6552"/>
                    <a:pt x="0" y="8046"/>
                  </a:cubicBezTo>
                  <a:cubicBezTo>
                    <a:pt x="3686" y="6908"/>
                    <a:pt x="7085" y="4871"/>
                    <a:pt x="9833" y="2169"/>
                  </a:cubicBezTo>
                  <a:cubicBezTo>
                    <a:pt x="9487" y="1544"/>
                    <a:pt x="9227" y="991"/>
                    <a:pt x="9122" y="527"/>
                  </a:cubicBezTo>
                  <a:cubicBezTo>
                    <a:pt x="9102" y="418"/>
                    <a:pt x="9060" y="244"/>
                    <a:pt x="9010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7225933" y="4194858"/>
              <a:ext cx="843784" cy="542032"/>
            </a:xfrm>
            <a:custGeom>
              <a:rect b="b" l="l" r="r" t="t"/>
              <a:pathLst>
                <a:path extrusionOk="0" h="7063" w="10995">
                  <a:moveTo>
                    <a:pt x="10495" y="0"/>
                  </a:moveTo>
                  <a:cubicBezTo>
                    <a:pt x="7747" y="2705"/>
                    <a:pt x="4344" y="4742"/>
                    <a:pt x="659" y="5881"/>
                  </a:cubicBezTo>
                  <a:cubicBezTo>
                    <a:pt x="428" y="6269"/>
                    <a:pt x="201" y="6671"/>
                    <a:pt x="1" y="7062"/>
                  </a:cubicBezTo>
                  <a:cubicBezTo>
                    <a:pt x="4127" y="6016"/>
                    <a:pt x="7961" y="3854"/>
                    <a:pt x="10995" y="869"/>
                  </a:cubicBezTo>
                  <a:cubicBezTo>
                    <a:pt x="10814" y="570"/>
                    <a:pt x="10646" y="277"/>
                    <a:pt x="104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1"/>
            <p:cNvSpPr/>
            <p:nvPr/>
          </p:nvSpPr>
          <p:spPr>
            <a:xfrm>
              <a:off x="7083727" y="4261548"/>
              <a:ext cx="1362256" cy="956672"/>
            </a:xfrm>
            <a:custGeom>
              <a:rect b="b" l="l" r="r" t="t"/>
              <a:pathLst>
                <a:path extrusionOk="0" h="12466" w="17751">
                  <a:moveTo>
                    <a:pt x="12848" y="0"/>
                  </a:moveTo>
                  <a:cubicBezTo>
                    <a:pt x="9817" y="2988"/>
                    <a:pt x="5977" y="5147"/>
                    <a:pt x="1854" y="6197"/>
                  </a:cubicBezTo>
                  <a:cubicBezTo>
                    <a:pt x="429" y="8892"/>
                    <a:pt x="1" y="12465"/>
                    <a:pt x="1" y="12465"/>
                  </a:cubicBezTo>
                  <a:lnTo>
                    <a:pt x="17751" y="12465"/>
                  </a:lnTo>
                  <a:cubicBezTo>
                    <a:pt x="17751" y="12465"/>
                    <a:pt x="16908" y="7835"/>
                    <a:pt x="15497" y="4736"/>
                  </a:cubicBezTo>
                  <a:cubicBezTo>
                    <a:pt x="14687" y="2955"/>
                    <a:pt x="13651" y="1346"/>
                    <a:pt x="128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1"/>
            <p:cNvSpPr/>
            <p:nvPr/>
          </p:nvSpPr>
          <p:spPr>
            <a:xfrm>
              <a:off x="6911515" y="3075168"/>
              <a:ext cx="146808" cy="140899"/>
            </a:xfrm>
            <a:custGeom>
              <a:rect b="b" l="l" r="r" t="t"/>
              <a:pathLst>
                <a:path extrusionOk="0" h="1836" w="1913">
                  <a:moveTo>
                    <a:pt x="955" y="0"/>
                  </a:moveTo>
                  <a:cubicBezTo>
                    <a:pt x="931" y="0"/>
                    <a:pt x="907" y="1"/>
                    <a:pt x="883" y="3"/>
                  </a:cubicBezTo>
                  <a:cubicBezTo>
                    <a:pt x="379" y="46"/>
                    <a:pt x="1" y="490"/>
                    <a:pt x="43" y="993"/>
                  </a:cubicBezTo>
                  <a:cubicBezTo>
                    <a:pt x="84" y="1474"/>
                    <a:pt x="482" y="1836"/>
                    <a:pt x="955" y="1836"/>
                  </a:cubicBezTo>
                  <a:cubicBezTo>
                    <a:pt x="981" y="1836"/>
                    <a:pt x="1007" y="1835"/>
                    <a:pt x="1034" y="1833"/>
                  </a:cubicBezTo>
                  <a:cubicBezTo>
                    <a:pt x="1537" y="1790"/>
                    <a:pt x="1913" y="1349"/>
                    <a:pt x="1873" y="842"/>
                  </a:cubicBezTo>
                  <a:cubicBezTo>
                    <a:pt x="1832" y="363"/>
                    <a:pt x="1428" y="0"/>
                    <a:pt x="9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 rot="9629939">
              <a:off x="6894648" y="2833978"/>
              <a:ext cx="328599" cy="206353"/>
            </a:xfrm>
            <a:custGeom>
              <a:rect b="b" l="l" r="r" t="t"/>
              <a:pathLst>
                <a:path extrusionOk="0" h="2689" w="4282">
                  <a:moveTo>
                    <a:pt x="1022" y="1"/>
                  </a:moveTo>
                  <a:cubicBezTo>
                    <a:pt x="904" y="1"/>
                    <a:pt x="787" y="8"/>
                    <a:pt x="672" y="23"/>
                  </a:cubicBezTo>
                  <a:cubicBezTo>
                    <a:pt x="442" y="52"/>
                    <a:pt x="215" y="105"/>
                    <a:pt x="1" y="194"/>
                  </a:cubicBezTo>
                  <a:lnTo>
                    <a:pt x="11" y="220"/>
                  </a:lnTo>
                  <a:cubicBezTo>
                    <a:pt x="167" y="209"/>
                    <a:pt x="318" y="201"/>
                    <a:pt x="469" y="201"/>
                  </a:cubicBezTo>
                  <a:cubicBezTo>
                    <a:pt x="541" y="201"/>
                    <a:pt x="613" y="203"/>
                    <a:pt x="685" y="207"/>
                  </a:cubicBezTo>
                  <a:cubicBezTo>
                    <a:pt x="906" y="217"/>
                    <a:pt x="1123" y="240"/>
                    <a:pt x="1337" y="283"/>
                  </a:cubicBezTo>
                  <a:cubicBezTo>
                    <a:pt x="1557" y="319"/>
                    <a:pt x="1765" y="372"/>
                    <a:pt x="1975" y="434"/>
                  </a:cubicBezTo>
                  <a:cubicBezTo>
                    <a:pt x="2186" y="497"/>
                    <a:pt x="2390" y="579"/>
                    <a:pt x="2584" y="684"/>
                  </a:cubicBezTo>
                  <a:cubicBezTo>
                    <a:pt x="2778" y="786"/>
                    <a:pt x="2962" y="915"/>
                    <a:pt x="3130" y="1056"/>
                  </a:cubicBezTo>
                  <a:cubicBezTo>
                    <a:pt x="3305" y="1194"/>
                    <a:pt x="3459" y="1352"/>
                    <a:pt x="3604" y="1523"/>
                  </a:cubicBezTo>
                  <a:cubicBezTo>
                    <a:pt x="3894" y="1862"/>
                    <a:pt x="4114" y="2260"/>
                    <a:pt x="4262" y="2688"/>
                  </a:cubicBezTo>
                  <a:lnTo>
                    <a:pt x="4282" y="2688"/>
                  </a:lnTo>
                  <a:cubicBezTo>
                    <a:pt x="4177" y="2247"/>
                    <a:pt x="3976" y="1823"/>
                    <a:pt x="3703" y="1451"/>
                  </a:cubicBezTo>
                  <a:cubicBezTo>
                    <a:pt x="3568" y="1263"/>
                    <a:pt x="3410" y="1092"/>
                    <a:pt x="3242" y="931"/>
                  </a:cubicBezTo>
                  <a:cubicBezTo>
                    <a:pt x="3074" y="770"/>
                    <a:pt x="2883" y="632"/>
                    <a:pt x="2686" y="507"/>
                  </a:cubicBezTo>
                  <a:cubicBezTo>
                    <a:pt x="2485" y="385"/>
                    <a:pt x="2275" y="276"/>
                    <a:pt x="2057" y="191"/>
                  </a:cubicBezTo>
                  <a:cubicBezTo>
                    <a:pt x="1840" y="105"/>
                    <a:pt x="1610" y="46"/>
                    <a:pt x="1376" y="23"/>
                  </a:cubicBezTo>
                  <a:cubicBezTo>
                    <a:pt x="1258" y="8"/>
                    <a:pt x="1139" y="1"/>
                    <a:pt x="1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7016346" y="3331415"/>
              <a:ext cx="230381" cy="134223"/>
            </a:xfrm>
            <a:custGeom>
              <a:rect b="b" l="l" r="r" t="t"/>
              <a:pathLst>
                <a:path extrusionOk="0" h="1749" w="3002">
                  <a:moveTo>
                    <a:pt x="1501" y="1"/>
                  </a:moveTo>
                  <a:cubicBezTo>
                    <a:pt x="672" y="1"/>
                    <a:pt x="0" y="392"/>
                    <a:pt x="0" y="876"/>
                  </a:cubicBezTo>
                  <a:cubicBezTo>
                    <a:pt x="0" y="1356"/>
                    <a:pt x="672" y="1748"/>
                    <a:pt x="1501" y="1748"/>
                  </a:cubicBezTo>
                  <a:cubicBezTo>
                    <a:pt x="2330" y="1748"/>
                    <a:pt x="3001" y="1356"/>
                    <a:pt x="3001" y="876"/>
                  </a:cubicBezTo>
                  <a:cubicBezTo>
                    <a:pt x="3001" y="392"/>
                    <a:pt x="2330" y="1"/>
                    <a:pt x="1501" y="1"/>
                  </a:cubicBezTo>
                  <a:close/>
                </a:path>
              </a:pathLst>
            </a:custGeom>
            <a:solidFill>
              <a:srgbClr val="DC64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 rot="-7918567">
              <a:off x="6917964" y="3514958"/>
              <a:ext cx="133911" cy="173355"/>
            </a:xfrm>
            <a:custGeom>
              <a:rect b="b" l="l" r="r" t="t"/>
              <a:pathLst>
                <a:path extrusionOk="0" h="2259" w="1745">
                  <a:moveTo>
                    <a:pt x="1745" y="1"/>
                  </a:moveTo>
                  <a:cubicBezTo>
                    <a:pt x="1425" y="883"/>
                    <a:pt x="790" y="1640"/>
                    <a:pt x="1" y="2104"/>
                  </a:cubicBezTo>
                  <a:lnTo>
                    <a:pt x="99" y="2258"/>
                  </a:lnTo>
                  <a:cubicBezTo>
                    <a:pt x="892" y="1719"/>
                    <a:pt x="1481" y="902"/>
                    <a:pt x="17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7380265" y="3621122"/>
              <a:ext cx="266450" cy="445797"/>
            </a:xfrm>
            <a:custGeom>
              <a:rect b="b" l="l" r="r" t="t"/>
              <a:pathLst>
                <a:path extrusionOk="0" h="5809" w="3472">
                  <a:moveTo>
                    <a:pt x="3472" y="0"/>
                  </a:moveTo>
                  <a:lnTo>
                    <a:pt x="3472" y="0"/>
                  </a:lnTo>
                  <a:cubicBezTo>
                    <a:pt x="2692" y="1678"/>
                    <a:pt x="1481" y="3116"/>
                    <a:pt x="0" y="4229"/>
                  </a:cubicBezTo>
                  <a:lnTo>
                    <a:pt x="379" y="5808"/>
                  </a:lnTo>
                  <a:cubicBezTo>
                    <a:pt x="1698" y="4113"/>
                    <a:pt x="2777" y="2030"/>
                    <a:pt x="3472" y="0"/>
                  </a:cubicBezTo>
                  <a:close/>
                </a:path>
              </a:pathLst>
            </a:custGeom>
            <a:solidFill>
              <a:srgbClr val="000000">
                <a:alpha val="389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6638538" y="1867454"/>
              <a:ext cx="1960771" cy="2006279"/>
            </a:xfrm>
            <a:custGeom>
              <a:rect b="b" l="l" r="r" t="t"/>
              <a:pathLst>
                <a:path extrusionOk="0" h="26143" w="25550">
                  <a:moveTo>
                    <a:pt x="7835" y="0"/>
                  </a:moveTo>
                  <a:cubicBezTo>
                    <a:pt x="7184" y="0"/>
                    <a:pt x="6530" y="211"/>
                    <a:pt x="5986" y="577"/>
                  </a:cubicBezTo>
                  <a:cubicBezTo>
                    <a:pt x="5256" y="1070"/>
                    <a:pt x="4815" y="2021"/>
                    <a:pt x="4551" y="2864"/>
                  </a:cubicBezTo>
                  <a:cubicBezTo>
                    <a:pt x="4482" y="2859"/>
                    <a:pt x="4412" y="2857"/>
                    <a:pt x="4343" y="2857"/>
                  </a:cubicBezTo>
                  <a:cubicBezTo>
                    <a:pt x="3042" y="2857"/>
                    <a:pt x="1772" y="3635"/>
                    <a:pt x="1126" y="4772"/>
                  </a:cubicBezTo>
                  <a:cubicBezTo>
                    <a:pt x="441" y="5970"/>
                    <a:pt x="520" y="7513"/>
                    <a:pt x="1080" y="8774"/>
                  </a:cubicBezTo>
                  <a:cubicBezTo>
                    <a:pt x="329" y="9514"/>
                    <a:pt x="0" y="10656"/>
                    <a:pt x="247" y="11679"/>
                  </a:cubicBezTo>
                  <a:cubicBezTo>
                    <a:pt x="487" y="12703"/>
                    <a:pt x="1336" y="13420"/>
                    <a:pt x="2340" y="13739"/>
                  </a:cubicBezTo>
                  <a:cubicBezTo>
                    <a:pt x="2429" y="13177"/>
                    <a:pt x="2534" y="12515"/>
                    <a:pt x="2702" y="11972"/>
                  </a:cubicBezTo>
                  <a:cubicBezTo>
                    <a:pt x="2845" y="12040"/>
                    <a:pt x="2992" y="12069"/>
                    <a:pt x="3139" y="12069"/>
                  </a:cubicBezTo>
                  <a:cubicBezTo>
                    <a:pt x="3528" y="12069"/>
                    <a:pt x="3921" y="11865"/>
                    <a:pt x="4265" y="11627"/>
                  </a:cubicBezTo>
                  <a:cubicBezTo>
                    <a:pt x="4499" y="12097"/>
                    <a:pt x="5042" y="12346"/>
                    <a:pt x="5566" y="12346"/>
                  </a:cubicBezTo>
                  <a:cubicBezTo>
                    <a:pt x="5595" y="12346"/>
                    <a:pt x="5625" y="12346"/>
                    <a:pt x="5654" y="12344"/>
                  </a:cubicBezTo>
                  <a:cubicBezTo>
                    <a:pt x="6207" y="12321"/>
                    <a:pt x="6723" y="12061"/>
                    <a:pt x="7184" y="11762"/>
                  </a:cubicBezTo>
                  <a:cubicBezTo>
                    <a:pt x="7398" y="11620"/>
                    <a:pt x="7543" y="11581"/>
                    <a:pt x="7608" y="11334"/>
                  </a:cubicBezTo>
                  <a:cubicBezTo>
                    <a:pt x="7868" y="11811"/>
                    <a:pt x="8165" y="12321"/>
                    <a:pt x="8665" y="12532"/>
                  </a:cubicBezTo>
                  <a:cubicBezTo>
                    <a:pt x="8856" y="12610"/>
                    <a:pt x="9060" y="12637"/>
                    <a:pt x="9267" y="12637"/>
                  </a:cubicBezTo>
                  <a:cubicBezTo>
                    <a:pt x="9416" y="12637"/>
                    <a:pt x="9566" y="12623"/>
                    <a:pt x="9715" y="12604"/>
                  </a:cubicBezTo>
                  <a:cubicBezTo>
                    <a:pt x="9958" y="12574"/>
                    <a:pt x="10313" y="12604"/>
                    <a:pt x="10508" y="12453"/>
                  </a:cubicBezTo>
                  <a:cubicBezTo>
                    <a:pt x="10600" y="14381"/>
                    <a:pt x="10774" y="16309"/>
                    <a:pt x="11044" y="18224"/>
                  </a:cubicBezTo>
                  <a:cubicBezTo>
                    <a:pt x="11430" y="18232"/>
                    <a:pt x="11832" y="18238"/>
                    <a:pt x="12239" y="18238"/>
                  </a:cubicBezTo>
                  <a:cubicBezTo>
                    <a:pt x="12996" y="18238"/>
                    <a:pt x="13769" y="18219"/>
                    <a:pt x="14486" y="18159"/>
                  </a:cubicBezTo>
                  <a:cubicBezTo>
                    <a:pt x="14601" y="19350"/>
                    <a:pt x="14881" y="20429"/>
                    <a:pt x="15111" y="21604"/>
                  </a:cubicBezTo>
                  <a:cubicBezTo>
                    <a:pt x="15407" y="23147"/>
                    <a:pt x="15832" y="24723"/>
                    <a:pt x="16826" y="25934"/>
                  </a:cubicBezTo>
                  <a:cubicBezTo>
                    <a:pt x="16940" y="26073"/>
                    <a:pt x="17161" y="26142"/>
                    <a:pt x="17371" y="26142"/>
                  </a:cubicBezTo>
                  <a:cubicBezTo>
                    <a:pt x="17486" y="26142"/>
                    <a:pt x="17598" y="26121"/>
                    <a:pt x="17688" y="26079"/>
                  </a:cubicBezTo>
                  <a:cubicBezTo>
                    <a:pt x="17935" y="25957"/>
                    <a:pt x="18175" y="25800"/>
                    <a:pt x="18224" y="25530"/>
                  </a:cubicBezTo>
                  <a:cubicBezTo>
                    <a:pt x="18283" y="25635"/>
                    <a:pt x="18406" y="25667"/>
                    <a:pt x="18531" y="25667"/>
                  </a:cubicBezTo>
                  <a:cubicBezTo>
                    <a:pt x="18581" y="25667"/>
                    <a:pt x="18631" y="25662"/>
                    <a:pt x="18678" y="25655"/>
                  </a:cubicBezTo>
                  <a:cubicBezTo>
                    <a:pt x="19573" y="25530"/>
                    <a:pt x="20422" y="25079"/>
                    <a:pt x="21034" y="24414"/>
                  </a:cubicBezTo>
                  <a:cubicBezTo>
                    <a:pt x="21311" y="24115"/>
                    <a:pt x="21545" y="23759"/>
                    <a:pt x="21660" y="23364"/>
                  </a:cubicBezTo>
                  <a:cubicBezTo>
                    <a:pt x="21775" y="22970"/>
                    <a:pt x="21676" y="22479"/>
                    <a:pt x="21489" y="22117"/>
                  </a:cubicBezTo>
                  <a:cubicBezTo>
                    <a:pt x="22410" y="21864"/>
                    <a:pt x="23233" y="21275"/>
                    <a:pt x="23772" y="20488"/>
                  </a:cubicBezTo>
                  <a:cubicBezTo>
                    <a:pt x="24319" y="19705"/>
                    <a:pt x="24572" y="18725"/>
                    <a:pt x="24486" y="17774"/>
                  </a:cubicBezTo>
                  <a:cubicBezTo>
                    <a:pt x="24427" y="17138"/>
                    <a:pt x="24180" y="16382"/>
                    <a:pt x="23683" y="15980"/>
                  </a:cubicBezTo>
                  <a:cubicBezTo>
                    <a:pt x="24776" y="15319"/>
                    <a:pt x="25526" y="14095"/>
                    <a:pt x="25539" y="12818"/>
                  </a:cubicBezTo>
                  <a:cubicBezTo>
                    <a:pt x="25549" y="11544"/>
                    <a:pt x="24677" y="10396"/>
                    <a:pt x="23516" y="9869"/>
                  </a:cubicBezTo>
                  <a:cubicBezTo>
                    <a:pt x="24082" y="9149"/>
                    <a:pt x="24338" y="8194"/>
                    <a:pt x="24207" y="7290"/>
                  </a:cubicBezTo>
                  <a:cubicBezTo>
                    <a:pt x="24075" y="6385"/>
                    <a:pt x="23558" y="5542"/>
                    <a:pt x="22811" y="5012"/>
                  </a:cubicBezTo>
                  <a:cubicBezTo>
                    <a:pt x="22460" y="4763"/>
                    <a:pt x="21992" y="4637"/>
                    <a:pt x="21531" y="4637"/>
                  </a:cubicBezTo>
                  <a:cubicBezTo>
                    <a:pt x="21238" y="4637"/>
                    <a:pt x="20947" y="4688"/>
                    <a:pt x="20692" y="4792"/>
                  </a:cubicBezTo>
                  <a:cubicBezTo>
                    <a:pt x="20959" y="3476"/>
                    <a:pt x="20317" y="2018"/>
                    <a:pt x="19149" y="1360"/>
                  </a:cubicBezTo>
                  <a:cubicBezTo>
                    <a:pt x="18716" y="1116"/>
                    <a:pt x="18225" y="999"/>
                    <a:pt x="17732" y="999"/>
                  </a:cubicBezTo>
                  <a:cubicBezTo>
                    <a:pt x="16895" y="999"/>
                    <a:pt x="16051" y="1335"/>
                    <a:pt x="15473" y="1952"/>
                  </a:cubicBezTo>
                  <a:cubicBezTo>
                    <a:pt x="15240" y="1402"/>
                    <a:pt x="14864" y="909"/>
                    <a:pt x="14377" y="570"/>
                  </a:cubicBezTo>
                  <a:cubicBezTo>
                    <a:pt x="13966" y="281"/>
                    <a:pt x="13468" y="112"/>
                    <a:pt x="12966" y="112"/>
                  </a:cubicBezTo>
                  <a:cubicBezTo>
                    <a:pt x="12874" y="112"/>
                    <a:pt x="12781" y="117"/>
                    <a:pt x="12689" y="129"/>
                  </a:cubicBezTo>
                  <a:cubicBezTo>
                    <a:pt x="12136" y="198"/>
                    <a:pt x="11630" y="478"/>
                    <a:pt x="11182" y="807"/>
                  </a:cubicBezTo>
                  <a:cubicBezTo>
                    <a:pt x="10856" y="1041"/>
                    <a:pt x="10587" y="1379"/>
                    <a:pt x="10419" y="1748"/>
                  </a:cubicBezTo>
                  <a:cubicBezTo>
                    <a:pt x="10126" y="919"/>
                    <a:pt x="9369" y="284"/>
                    <a:pt x="8510" y="80"/>
                  </a:cubicBezTo>
                  <a:cubicBezTo>
                    <a:pt x="8289" y="26"/>
                    <a:pt x="8062" y="0"/>
                    <a:pt x="7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7559308" y="3009092"/>
              <a:ext cx="388010" cy="464753"/>
            </a:xfrm>
            <a:custGeom>
              <a:rect b="b" l="l" r="r" t="t"/>
              <a:pathLst>
                <a:path extrusionOk="0" h="6056" w="5056">
                  <a:moveTo>
                    <a:pt x="2742" y="1"/>
                  </a:moveTo>
                  <a:cubicBezTo>
                    <a:pt x="2586" y="1"/>
                    <a:pt x="2425" y="20"/>
                    <a:pt x="2258" y="61"/>
                  </a:cubicBezTo>
                  <a:cubicBezTo>
                    <a:pt x="1218" y="321"/>
                    <a:pt x="629" y="1367"/>
                    <a:pt x="342" y="2364"/>
                  </a:cubicBezTo>
                  <a:cubicBezTo>
                    <a:pt x="115" y="3135"/>
                    <a:pt x="0" y="3974"/>
                    <a:pt x="280" y="4730"/>
                  </a:cubicBezTo>
                  <a:cubicBezTo>
                    <a:pt x="545" y="5448"/>
                    <a:pt x="1256" y="6056"/>
                    <a:pt x="2033" y="6056"/>
                  </a:cubicBezTo>
                  <a:cubicBezTo>
                    <a:pt x="2076" y="6056"/>
                    <a:pt x="2119" y="6054"/>
                    <a:pt x="2162" y="6050"/>
                  </a:cubicBezTo>
                  <a:cubicBezTo>
                    <a:pt x="2531" y="6017"/>
                    <a:pt x="2870" y="5853"/>
                    <a:pt x="3172" y="5652"/>
                  </a:cubicBezTo>
                  <a:cubicBezTo>
                    <a:pt x="4137" y="5010"/>
                    <a:pt x="4788" y="3951"/>
                    <a:pt x="4917" y="2825"/>
                  </a:cubicBezTo>
                  <a:cubicBezTo>
                    <a:pt x="5056" y="1569"/>
                    <a:pt x="4147" y="1"/>
                    <a:pt x="2742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7647640" y="3066957"/>
              <a:ext cx="261462" cy="344037"/>
            </a:xfrm>
            <a:custGeom>
              <a:rect b="b" l="l" r="r" t="t"/>
              <a:pathLst>
                <a:path extrusionOk="0" h="4483" w="3407">
                  <a:moveTo>
                    <a:pt x="1849" y="1"/>
                  </a:moveTo>
                  <a:cubicBezTo>
                    <a:pt x="1837" y="1"/>
                    <a:pt x="1826" y="1"/>
                    <a:pt x="1814" y="1"/>
                  </a:cubicBezTo>
                  <a:cubicBezTo>
                    <a:pt x="1594" y="11"/>
                    <a:pt x="1383" y="103"/>
                    <a:pt x="1202" y="228"/>
                  </a:cubicBezTo>
                  <a:cubicBezTo>
                    <a:pt x="534" y="689"/>
                    <a:pt x="284" y="1515"/>
                    <a:pt x="73" y="2282"/>
                  </a:cubicBezTo>
                  <a:cubicBezTo>
                    <a:pt x="57" y="2341"/>
                    <a:pt x="40" y="2404"/>
                    <a:pt x="64" y="2466"/>
                  </a:cubicBezTo>
                  <a:cubicBezTo>
                    <a:pt x="83" y="2519"/>
                    <a:pt x="129" y="2565"/>
                    <a:pt x="169" y="2601"/>
                  </a:cubicBezTo>
                  <a:cubicBezTo>
                    <a:pt x="386" y="2798"/>
                    <a:pt x="600" y="2993"/>
                    <a:pt x="820" y="3190"/>
                  </a:cubicBezTo>
                  <a:cubicBezTo>
                    <a:pt x="926" y="3285"/>
                    <a:pt x="1044" y="3404"/>
                    <a:pt x="1024" y="3542"/>
                  </a:cubicBezTo>
                  <a:cubicBezTo>
                    <a:pt x="1018" y="3618"/>
                    <a:pt x="972" y="3680"/>
                    <a:pt x="922" y="3736"/>
                  </a:cubicBezTo>
                  <a:cubicBezTo>
                    <a:pt x="682" y="4016"/>
                    <a:pt x="360" y="4230"/>
                    <a:pt x="1" y="4345"/>
                  </a:cubicBezTo>
                  <a:cubicBezTo>
                    <a:pt x="1" y="4345"/>
                    <a:pt x="297" y="4483"/>
                    <a:pt x="738" y="4483"/>
                  </a:cubicBezTo>
                  <a:cubicBezTo>
                    <a:pt x="1159" y="4483"/>
                    <a:pt x="1713" y="4357"/>
                    <a:pt x="2268" y="3865"/>
                  </a:cubicBezTo>
                  <a:cubicBezTo>
                    <a:pt x="3407" y="2861"/>
                    <a:pt x="3173" y="1235"/>
                    <a:pt x="3173" y="1235"/>
                  </a:cubicBezTo>
                  <a:cubicBezTo>
                    <a:pt x="3045" y="939"/>
                    <a:pt x="2903" y="643"/>
                    <a:pt x="2683" y="406"/>
                  </a:cubicBezTo>
                  <a:cubicBezTo>
                    <a:pt x="2467" y="174"/>
                    <a:pt x="2165" y="1"/>
                    <a:pt x="1849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7646412" y="3062505"/>
              <a:ext cx="245039" cy="337437"/>
            </a:xfrm>
            <a:custGeom>
              <a:rect b="b" l="l" r="r" t="t"/>
              <a:pathLst>
                <a:path extrusionOk="0" h="4397" w="3193">
                  <a:moveTo>
                    <a:pt x="1853" y="1"/>
                  </a:moveTo>
                  <a:cubicBezTo>
                    <a:pt x="1829" y="1"/>
                    <a:pt x="1805" y="2"/>
                    <a:pt x="1781" y="3"/>
                  </a:cubicBezTo>
                  <a:cubicBezTo>
                    <a:pt x="1603" y="13"/>
                    <a:pt x="1435" y="79"/>
                    <a:pt x="1284" y="168"/>
                  </a:cubicBezTo>
                  <a:cubicBezTo>
                    <a:pt x="1133" y="254"/>
                    <a:pt x="994" y="365"/>
                    <a:pt x="876" y="487"/>
                  </a:cubicBezTo>
                  <a:cubicBezTo>
                    <a:pt x="757" y="615"/>
                    <a:pt x="655" y="754"/>
                    <a:pt x="563" y="898"/>
                  </a:cubicBezTo>
                  <a:cubicBezTo>
                    <a:pt x="474" y="1047"/>
                    <a:pt x="399" y="1198"/>
                    <a:pt x="333" y="1356"/>
                  </a:cubicBezTo>
                  <a:cubicBezTo>
                    <a:pt x="267" y="1511"/>
                    <a:pt x="214" y="1672"/>
                    <a:pt x="165" y="1833"/>
                  </a:cubicBezTo>
                  <a:cubicBezTo>
                    <a:pt x="116" y="1994"/>
                    <a:pt x="66" y="2159"/>
                    <a:pt x="24" y="2317"/>
                  </a:cubicBezTo>
                  <a:cubicBezTo>
                    <a:pt x="14" y="2360"/>
                    <a:pt x="1" y="2406"/>
                    <a:pt x="1" y="2458"/>
                  </a:cubicBezTo>
                  <a:cubicBezTo>
                    <a:pt x="1" y="2481"/>
                    <a:pt x="4" y="2511"/>
                    <a:pt x="14" y="2541"/>
                  </a:cubicBezTo>
                  <a:cubicBezTo>
                    <a:pt x="20" y="2570"/>
                    <a:pt x="33" y="2593"/>
                    <a:pt x="50" y="2613"/>
                  </a:cubicBezTo>
                  <a:cubicBezTo>
                    <a:pt x="83" y="2656"/>
                    <a:pt x="119" y="2682"/>
                    <a:pt x="149" y="2712"/>
                  </a:cubicBezTo>
                  <a:lnTo>
                    <a:pt x="244" y="2794"/>
                  </a:lnTo>
                  <a:cubicBezTo>
                    <a:pt x="366" y="2906"/>
                    <a:pt x="491" y="3011"/>
                    <a:pt x="616" y="3123"/>
                  </a:cubicBezTo>
                  <a:lnTo>
                    <a:pt x="807" y="3288"/>
                  </a:lnTo>
                  <a:cubicBezTo>
                    <a:pt x="869" y="3343"/>
                    <a:pt x="925" y="3399"/>
                    <a:pt x="961" y="3462"/>
                  </a:cubicBezTo>
                  <a:cubicBezTo>
                    <a:pt x="1001" y="3528"/>
                    <a:pt x="1007" y="3594"/>
                    <a:pt x="975" y="3659"/>
                  </a:cubicBezTo>
                  <a:cubicBezTo>
                    <a:pt x="942" y="3725"/>
                    <a:pt x="886" y="3788"/>
                    <a:pt x="830" y="3847"/>
                  </a:cubicBezTo>
                  <a:cubicBezTo>
                    <a:pt x="613" y="4090"/>
                    <a:pt x="330" y="4275"/>
                    <a:pt x="17" y="4396"/>
                  </a:cubicBezTo>
                  <a:cubicBezTo>
                    <a:pt x="343" y="4314"/>
                    <a:pt x="645" y="4140"/>
                    <a:pt x="889" y="3903"/>
                  </a:cubicBezTo>
                  <a:cubicBezTo>
                    <a:pt x="919" y="3873"/>
                    <a:pt x="945" y="3844"/>
                    <a:pt x="975" y="3811"/>
                  </a:cubicBezTo>
                  <a:cubicBezTo>
                    <a:pt x="1004" y="3781"/>
                    <a:pt x="1027" y="3745"/>
                    <a:pt x="1054" y="3702"/>
                  </a:cubicBezTo>
                  <a:cubicBezTo>
                    <a:pt x="1077" y="3666"/>
                    <a:pt x="1090" y="3613"/>
                    <a:pt x="1090" y="3564"/>
                  </a:cubicBezTo>
                  <a:cubicBezTo>
                    <a:pt x="1090" y="3515"/>
                    <a:pt x="1073" y="3465"/>
                    <a:pt x="1054" y="3422"/>
                  </a:cubicBezTo>
                  <a:cubicBezTo>
                    <a:pt x="1007" y="3340"/>
                    <a:pt x="945" y="3274"/>
                    <a:pt x="886" y="3218"/>
                  </a:cubicBezTo>
                  <a:lnTo>
                    <a:pt x="705" y="3044"/>
                  </a:lnTo>
                  <a:cubicBezTo>
                    <a:pt x="583" y="2929"/>
                    <a:pt x="461" y="2817"/>
                    <a:pt x="336" y="2705"/>
                  </a:cubicBezTo>
                  <a:lnTo>
                    <a:pt x="247" y="2616"/>
                  </a:lnTo>
                  <a:cubicBezTo>
                    <a:pt x="214" y="2590"/>
                    <a:pt x="185" y="2564"/>
                    <a:pt x="168" y="2541"/>
                  </a:cubicBezTo>
                  <a:cubicBezTo>
                    <a:pt x="152" y="2514"/>
                    <a:pt x="149" y="2494"/>
                    <a:pt x="149" y="2465"/>
                  </a:cubicBezTo>
                  <a:cubicBezTo>
                    <a:pt x="149" y="2432"/>
                    <a:pt x="155" y="2399"/>
                    <a:pt x="168" y="2360"/>
                  </a:cubicBezTo>
                  <a:cubicBezTo>
                    <a:pt x="260" y="2037"/>
                    <a:pt x="349" y="1718"/>
                    <a:pt x="478" y="1415"/>
                  </a:cubicBezTo>
                  <a:cubicBezTo>
                    <a:pt x="543" y="1264"/>
                    <a:pt x="613" y="1116"/>
                    <a:pt x="695" y="977"/>
                  </a:cubicBezTo>
                  <a:cubicBezTo>
                    <a:pt x="777" y="836"/>
                    <a:pt x="873" y="708"/>
                    <a:pt x="981" y="589"/>
                  </a:cubicBezTo>
                  <a:cubicBezTo>
                    <a:pt x="1093" y="471"/>
                    <a:pt x="1218" y="365"/>
                    <a:pt x="1353" y="283"/>
                  </a:cubicBezTo>
                  <a:cubicBezTo>
                    <a:pt x="1488" y="201"/>
                    <a:pt x="1636" y="138"/>
                    <a:pt x="1794" y="122"/>
                  </a:cubicBezTo>
                  <a:cubicBezTo>
                    <a:pt x="1823" y="119"/>
                    <a:pt x="1851" y="117"/>
                    <a:pt x="1880" y="117"/>
                  </a:cubicBezTo>
                  <a:cubicBezTo>
                    <a:pt x="2007" y="117"/>
                    <a:pt x="2134" y="146"/>
                    <a:pt x="2255" y="194"/>
                  </a:cubicBezTo>
                  <a:cubicBezTo>
                    <a:pt x="2403" y="257"/>
                    <a:pt x="2538" y="352"/>
                    <a:pt x="2653" y="467"/>
                  </a:cubicBezTo>
                  <a:cubicBezTo>
                    <a:pt x="2768" y="579"/>
                    <a:pt x="2867" y="714"/>
                    <a:pt x="2952" y="852"/>
                  </a:cubicBezTo>
                  <a:cubicBezTo>
                    <a:pt x="3038" y="997"/>
                    <a:pt x="3117" y="1145"/>
                    <a:pt x="3192" y="1293"/>
                  </a:cubicBezTo>
                  <a:cubicBezTo>
                    <a:pt x="3130" y="1142"/>
                    <a:pt x="3067" y="984"/>
                    <a:pt x="2992" y="833"/>
                  </a:cubicBezTo>
                  <a:cubicBezTo>
                    <a:pt x="2913" y="685"/>
                    <a:pt x="2821" y="540"/>
                    <a:pt x="2705" y="415"/>
                  </a:cubicBezTo>
                  <a:cubicBezTo>
                    <a:pt x="2590" y="286"/>
                    <a:pt x="2452" y="178"/>
                    <a:pt x="2294" y="105"/>
                  </a:cubicBezTo>
                  <a:cubicBezTo>
                    <a:pt x="2160" y="37"/>
                    <a:pt x="2007" y="1"/>
                    <a:pt x="18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6959786" y="2191695"/>
              <a:ext cx="102068" cy="406965"/>
            </a:xfrm>
            <a:custGeom>
              <a:rect b="b" l="l" r="r" t="t"/>
              <a:pathLst>
                <a:path extrusionOk="0" h="5303" w="1330">
                  <a:moveTo>
                    <a:pt x="1330" y="1"/>
                  </a:moveTo>
                  <a:lnTo>
                    <a:pt x="1330" y="1"/>
                  </a:lnTo>
                  <a:cubicBezTo>
                    <a:pt x="1096" y="113"/>
                    <a:pt x="889" y="284"/>
                    <a:pt x="724" y="494"/>
                  </a:cubicBezTo>
                  <a:cubicBezTo>
                    <a:pt x="563" y="699"/>
                    <a:pt x="444" y="942"/>
                    <a:pt x="382" y="1195"/>
                  </a:cubicBezTo>
                  <a:cubicBezTo>
                    <a:pt x="323" y="1452"/>
                    <a:pt x="326" y="1722"/>
                    <a:pt x="379" y="1982"/>
                  </a:cubicBezTo>
                  <a:cubicBezTo>
                    <a:pt x="427" y="2223"/>
                    <a:pt x="527" y="2452"/>
                    <a:pt x="670" y="2655"/>
                  </a:cubicBezTo>
                  <a:lnTo>
                    <a:pt x="670" y="2655"/>
                  </a:lnTo>
                  <a:cubicBezTo>
                    <a:pt x="545" y="2686"/>
                    <a:pt x="434" y="2752"/>
                    <a:pt x="342" y="2837"/>
                  </a:cubicBezTo>
                  <a:cubicBezTo>
                    <a:pt x="234" y="2936"/>
                    <a:pt x="152" y="3061"/>
                    <a:pt x="99" y="3193"/>
                  </a:cubicBezTo>
                  <a:cubicBezTo>
                    <a:pt x="46" y="3324"/>
                    <a:pt x="17" y="3466"/>
                    <a:pt x="10" y="3607"/>
                  </a:cubicBezTo>
                  <a:cubicBezTo>
                    <a:pt x="0" y="3752"/>
                    <a:pt x="10" y="3890"/>
                    <a:pt x="30" y="4032"/>
                  </a:cubicBezTo>
                  <a:cubicBezTo>
                    <a:pt x="66" y="4312"/>
                    <a:pt x="152" y="4585"/>
                    <a:pt x="300" y="4825"/>
                  </a:cubicBezTo>
                  <a:cubicBezTo>
                    <a:pt x="375" y="4943"/>
                    <a:pt x="467" y="5052"/>
                    <a:pt x="579" y="5138"/>
                  </a:cubicBezTo>
                  <a:cubicBezTo>
                    <a:pt x="691" y="5223"/>
                    <a:pt x="823" y="5282"/>
                    <a:pt x="961" y="5302"/>
                  </a:cubicBezTo>
                  <a:cubicBezTo>
                    <a:pt x="826" y="5273"/>
                    <a:pt x="698" y="5207"/>
                    <a:pt x="592" y="5121"/>
                  </a:cubicBezTo>
                  <a:cubicBezTo>
                    <a:pt x="490" y="5036"/>
                    <a:pt x="405" y="4924"/>
                    <a:pt x="333" y="4805"/>
                  </a:cubicBezTo>
                  <a:cubicBezTo>
                    <a:pt x="194" y="4565"/>
                    <a:pt x="119" y="4295"/>
                    <a:pt x="86" y="4022"/>
                  </a:cubicBezTo>
                  <a:cubicBezTo>
                    <a:pt x="76" y="3887"/>
                    <a:pt x="66" y="3749"/>
                    <a:pt x="76" y="3611"/>
                  </a:cubicBezTo>
                  <a:cubicBezTo>
                    <a:pt x="82" y="3476"/>
                    <a:pt x="109" y="3341"/>
                    <a:pt x="161" y="3216"/>
                  </a:cubicBezTo>
                  <a:cubicBezTo>
                    <a:pt x="214" y="3088"/>
                    <a:pt x="293" y="2979"/>
                    <a:pt x="392" y="2887"/>
                  </a:cubicBezTo>
                  <a:cubicBezTo>
                    <a:pt x="490" y="2798"/>
                    <a:pt x="609" y="2732"/>
                    <a:pt x="741" y="2709"/>
                  </a:cubicBezTo>
                  <a:lnTo>
                    <a:pt x="800" y="2703"/>
                  </a:lnTo>
                  <a:lnTo>
                    <a:pt x="760" y="2653"/>
                  </a:lnTo>
                  <a:cubicBezTo>
                    <a:pt x="609" y="2452"/>
                    <a:pt x="497" y="2219"/>
                    <a:pt x="444" y="1965"/>
                  </a:cubicBezTo>
                  <a:cubicBezTo>
                    <a:pt x="385" y="1715"/>
                    <a:pt x="382" y="1455"/>
                    <a:pt x="435" y="1205"/>
                  </a:cubicBezTo>
                  <a:cubicBezTo>
                    <a:pt x="490" y="955"/>
                    <a:pt x="599" y="715"/>
                    <a:pt x="754" y="511"/>
                  </a:cubicBezTo>
                  <a:cubicBezTo>
                    <a:pt x="905" y="304"/>
                    <a:pt x="1103" y="129"/>
                    <a:pt x="1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7289554" y="2167982"/>
              <a:ext cx="462220" cy="140516"/>
            </a:xfrm>
            <a:custGeom>
              <a:rect b="b" l="l" r="r" t="t"/>
              <a:pathLst>
                <a:path extrusionOk="0" h="1831" w="6023">
                  <a:moveTo>
                    <a:pt x="1324" y="0"/>
                  </a:moveTo>
                  <a:cubicBezTo>
                    <a:pt x="1134" y="0"/>
                    <a:pt x="945" y="28"/>
                    <a:pt x="764" y="83"/>
                  </a:cubicBezTo>
                  <a:cubicBezTo>
                    <a:pt x="478" y="168"/>
                    <a:pt x="215" y="316"/>
                    <a:pt x="1" y="524"/>
                  </a:cubicBezTo>
                  <a:cubicBezTo>
                    <a:pt x="225" y="330"/>
                    <a:pt x="488" y="191"/>
                    <a:pt x="771" y="126"/>
                  </a:cubicBezTo>
                  <a:cubicBezTo>
                    <a:pt x="943" y="80"/>
                    <a:pt x="1120" y="55"/>
                    <a:pt x="1296" y="55"/>
                  </a:cubicBezTo>
                  <a:cubicBezTo>
                    <a:pt x="1410" y="55"/>
                    <a:pt x="1524" y="65"/>
                    <a:pt x="1636" y="86"/>
                  </a:cubicBezTo>
                  <a:cubicBezTo>
                    <a:pt x="1919" y="145"/>
                    <a:pt x="2189" y="264"/>
                    <a:pt x="2419" y="438"/>
                  </a:cubicBezTo>
                  <a:cubicBezTo>
                    <a:pt x="2650" y="609"/>
                    <a:pt x="2844" y="836"/>
                    <a:pt x="2976" y="1090"/>
                  </a:cubicBezTo>
                  <a:lnTo>
                    <a:pt x="3008" y="1156"/>
                  </a:lnTo>
                  <a:lnTo>
                    <a:pt x="3041" y="1086"/>
                  </a:lnTo>
                  <a:cubicBezTo>
                    <a:pt x="3071" y="1024"/>
                    <a:pt x="3110" y="968"/>
                    <a:pt x="3166" y="922"/>
                  </a:cubicBezTo>
                  <a:cubicBezTo>
                    <a:pt x="3219" y="873"/>
                    <a:pt x="3282" y="836"/>
                    <a:pt x="3347" y="807"/>
                  </a:cubicBezTo>
                  <a:cubicBezTo>
                    <a:pt x="3413" y="777"/>
                    <a:pt x="3482" y="754"/>
                    <a:pt x="3551" y="738"/>
                  </a:cubicBezTo>
                  <a:cubicBezTo>
                    <a:pt x="3584" y="728"/>
                    <a:pt x="3621" y="725"/>
                    <a:pt x="3660" y="718"/>
                  </a:cubicBezTo>
                  <a:cubicBezTo>
                    <a:pt x="3693" y="708"/>
                    <a:pt x="3729" y="701"/>
                    <a:pt x="3765" y="695"/>
                  </a:cubicBezTo>
                  <a:cubicBezTo>
                    <a:pt x="3850" y="685"/>
                    <a:pt x="3935" y="680"/>
                    <a:pt x="4019" y="680"/>
                  </a:cubicBezTo>
                  <a:cubicBezTo>
                    <a:pt x="4231" y="680"/>
                    <a:pt x="4443" y="711"/>
                    <a:pt x="4647" y="767"/>
                  </a:cubicBezTo>
                  <a:cubicBezTo>
                    <a:pt x="4930" y="850"/>
                    <a:pt x="5200" y="981"/>
                    <a:pt x="5440" y="1162"/>
                  </a:cubicBezTo>
                  <a:cubicBezTo>
                    <a:pt x="5674" y="1343"/>
                    <a:pt x="5875" y="1574"/>
                    <a:pt x="6023" y="1830"/>
                  </a:cubicBezTo>
                  <a:cubicBezTo>
                    <a:pt x="5888" y="1560"/>
                    <a:pt x="5690" y="1327"/>
                    <a:pt x="5460" y="1133"/>
                  </a:cubicBezTo>
                  <a:cubicBezTo>
                    <a:pt x="5226" y="942"/>
                    <a:pt x="4950" y="800"/>
                    <a:pt x="4664" y="708"/>
                  </a:cubicBezTo>
                  <a:cubicBezTo>
                    <a:pt x="4624" y="695"/>
                    <a:pt x="4588" y="688"/>
                    <a:pt x="4552" y="678"/>
                  </a:cubicBezTo>
                  <a:cubicBezTo>
                    <a:pt x="4516" y="672"/>
                    <a:pt x="4476" y="659"/>
                    <a:pt x="4440" y="655"/>
                  </a:cubicBezTo>
                  <a:cubicBezTo>
                    <a:pt x="4368" y="642"/>
                    <a:pt x="4292" y="626"/>
                    <a:pt x="4213" y="623"/>
                  </a:cubicBezTo>
                  <a:cubicBezTo>
                    <a:pt x="4173" y="619"/>
                    <a:pt x="4137" y="613"/>
                    <a:pt x="4098" y="613"/>
                  </a:cubicBezTo>
                  <a:lnTo>
                    <a:pt x="3927" y="613"/>
                  </a:lnTo>
                  <a:lnTo>
                    <a:pt x="3867" y="619"/>
                  </a:lnTo>
                  <a:lnTo>
                    <a:pt x="3752" y="626"/>
                  </a:lnTo>
                  <a:cubicBezTo>
                    <a:pt x="3716" y="636"/>
                    <a:pt x="3680" y="642"/>
                    <a:pt x="3644" y="646"/>
                  </a:cubicBezTo>
                  <a:cubicBezTo>
                    <a:pt x="3604" y="652"/>
                    <a:pt x="3568" y="659"/>
                    <a:pt x="3532" y="669"/>
                  </a:cubicBezTo>
                  <a:cubicBezTo>
                    <a:pt x="3456" y="685"/>
                    <a:pt x="3384" y="708"/>
                    <a:pt x="3315" y="741"/>
                  </a:cubicBezTo>
                  <a:cubicBezTo>
                    <a:pt x="3242" y="774"/>
                    <a:pt x="3176" y="810"/>
                    <a:pt x="3117" y="866"/>
                  </a:cubicBezTo>
                  <a:cubicBezTo>
                    <a:pt x="3073" y="901"/>
                    <a:pt x="3036" y="943"/>
                    <a:pt x="3006" y="990"/>
                  </a:cubicBezTo>
                  <a:lnTo>
                    <a:pt x="3006" y="990"/>
                  </a:lnTo>
                  <a:cubicBezTo>
                    <a:pt x="2872" y="749"/>
                    <a:pt x="2681" y="540"/>
                    <a:pt x="2459" y="376"/>
                  </a:cubicBezTo>
                  <a:cubicBezTo>
                    <a:pt x="2219" y="198"/>
                    <a:pt x="1939" y="76"/>
                    <a:pt x="1643" y="27"/>
                  </a:cubicBezTo>
                  <a:cubicBezTo>
                    <a:pt x="1537" y="9"/>
                    <a:pt x="1431" y="0"/>
                    <a:pt x="1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7263538" y="2488693"/>
              <a:ext cx="344344" cy="246036"/>
            </a:xfrm>
            <a:custGeom>
              <a:rect b="b" l="l" r="r" t="t"/>
              <a:pathLst>
                <a:path extrusionOk="0" h="3206" w="4487">
                  <a:moveTo>
                    <a:pt x="795" y="0"/>
                  </a:moveTo>
                  <a:cubicBezTo>
                    <a:pt x="784" y="0"/>
                    <a:pt x="772" y="0"/>
                    <a:pt x="761" y="1"/>
                  </a:cubicBezTo>
                  <a:cubicBezTo>
                    <a:pt x="633" y="1"/>
                    <a:pt x="501" y="14"/>
                    <a:pt x="373" y="37"/>
                  </a:cubicBezTo>
                  <a:cubicBezTo>
                    <a:pt x="248" y="63"/>
                    <a:pt x="119" y="99"/>
                    <a:pt x="1" y="146"/>
                  </a:cubicBezTo>
                  <a:cubicBezTo>
                    <a:pt x="123" y="106"/>
                    <a:pt x="251" y="80"/>
                    <a:pt x="373" y="53"/>
                  </a:cubicBezTo>
                  <a:cubicBezTo>
                    <a:pt x="480" y="40"/>
                    <a:pt x="589" y="33"/>
                    <a:pt x="697" y="33"/>
                  </a:cubicBezTo>
                  <a:cubicBezTo>
                    <a:pt x="718" y="33"/>
                    <a:pt x="740" y="33"/>
                    <a:pt x="761" y="34"/>
                  </a:cubicBezTo>
                  <a:cubicBezTo>
                    <a:pt x="889" y="34"/>
                    <a:pt x="1014" y="50"/>
                    <a:pt x="1143" y="73"/>
                  </a:cubicBezTo>
                  <a:cubicBezTo>
                    <a:pt x="1271" y="99"/>
                    <a:pt x="1393" y="136"/>
                    <a:pt x="1515" y="182"/>
                  </a:cubicBezTo>
                  <a:cubicBezTo>
                    <a:pt x="1574" y="201"/>
                    <a:pt x="1633" y="231"/>
                    <a:pt x="1689" y="254"/>
                  </a:cubicBezTo>
                  <a:cubicBezTo>
                    <a:pt x="1748" y="284"/>
                    <a:pt x="1804" y="313"/>
                    <a:pt x="1860" y="346"/>
                  </a:cubicBezTo>
                  <a:cubicBezTo>
                    <a:pt x="1969" y="412"/>
                    <a:pt x="2074" y="491"/>
                    <a:pt x="2163" y="577"/>
                  </a:cubicBezTo>
                  <a:cubicBezTo>
                    <a:pt x="2209" y="623"/>
                    <a:pt x="2255" y="665"/>
                    <a:pt x="2291" y="715"/>
                  </a:cubicBezTo>
                  <a:cubicBezTo>
                    <a:pt x="2331" y="764"/>
                    <a:pt x="2364" y="820"/>
                    <a:pt x="2393" y="873"/>
                  </a:cubicBezTo>
                  <a:cubicBezTo>
                    <a:pt x="2452" y="978"/>
                    <a:pt x="2485" y="1103"/>
                    <a:pt x="2489" y="1225"/>
                  </a:cubicBezTo>
                  <a:lnTo>
                    <a:pt x="2489" y="1307"/>
                  </a:lnTo>
                  <a:lnTo>
                    <a:pt x="2545" y="1251"/>
                  </a:lnTo>
                  <a:cubicBezTo>
                    <a:pt x="2643" y="1152"/>
                    <a:pt x="2772" y="1090"/>
                    <a:pt x="2907" y="1067"/>
                  </a:cubicBezTo>
                  <a:cubicBezTo>
                    <a:pt x="2959" y="1057"/>
                    <a:pt x="3011" y="1052"/>
                    <a:pt x="3063" y="1052"/>
                  </a:cubicBezTo>
                  <a:cubicBezTo>
                    <a:pt x="3150" y="1052"/>
                    <a:pt x="3236" y="1065"/>
                    <a:pt x="3318" y="1090"/>
                  </a:cubicBezTo>
                  <a:cubicBezTo>
                    <a:pt x="3449" y="1133"/>
                    <a:pt x="3578" y="1202"/>
                    <a:pt x="3690" y="1287"/>
                  </a:cubicBezTo>
                  <a:cubicBezTo>
                    <a:pt x="3802" y="1376"/>
                    <a:pt x="3900" y="1478"/>
                    <a:pt x="3989" y="1590"/>
                  </a:cubicBezTo>
                  <a:cubicBezTo>
                    <a:pt x="4167" y="1811"/>
                    <a:pt x="4298" y="2074"/>
                    <a:pt x="4371" y="2350"/>
                  </a:cubicBezTo>
                  <a:cubicBezTo>
                    <a:pt x="4450" y="2627"/>
                    <a:pt x="4470" y="2916"/>
                    <a:pt x="4430" y="3206"/>
                  </a:cubicBezTo>
                  <a:cubicBezTo>
                    <a:pt x="4486" y="2923"/>
                    <a:pt x="4476" y="2627"/>
                    <a:pt x="4410" y="2340"/>
                  </a:cubicBezTo>
                  <a:cubicBezTo>
                    <a:pt x="4338" y="2057"/>
                    <a:pt x="4213" y="1791"/>
                    <a:pt x="4035" y="1557"/>
                  </a:cubicBezTo>
                  <a:cubicBezTo>
                    <a:pt x="3943" y="1442"/>
                    <a:pt x="3841" y="1333"/>
                    <a:pt x="3726" y="1245"/>
                  </a:cubicBezTo>
                  <a:cubicBezTo>
                    <a:pt x="3611" y="1152"/>
                    <a:pt x="3479" y="1080"/>
                    <a:pt x="3334" y="1034"/>
                  </a:cubicBezTo>
                  <a:cubicBezTo>
                    <a:pt x="3246" y="1005"/>
                    <a:pt x="3150" y="989"/>
                    <a:pt x="3053" y="989"/>
                  </a:cubicBezTo>
                  <a:cubicBezTo>
                    <a:pt x="2998" y="989"/>
                    <a:pt x="2944" y="994"/>
                    <a:pt x="2890" y="1004"/>
                  </a:cubicBezTo>
                  <a:cubicBezTo>
                    <a:pt x="2767" y="1029"/>
                    <a:pt x="2649" y="1078"/>
                    <a:pt x="2550" y="1158"/>
                  </a:cubicBezTo>
                  <a:lnTo>
                    <a:pt x="2550" y="1158"/>
                  </a:lnTo>
                  <a:cubicBezTo>
                    <a:pt x="2546" y="1116"/>
                    <a:pt x="2537" y="1075"/>
                    <a:pt x="2525" y="1034"/>
                  </a:cubicBezTo>
                  <a:cubicBezTo>
                    <a:pt x="2508" y="971"/>
                    <a:pt x="2485" y="906"/>
                    <a:pt x="2452" y="850"/>
                  </a:cubicBezTo>
                  <a:cubicBezTo>
                    <a:pt x="2419" y="787"/>
                    <a:pt x="2380" y="735"/>
                    <a:pt x="2341" y="679"/>
                  </a:cubicBezTo>
                  <a:cubicBezTo>
                    <a:pt x="2298" y="626"/>
                    <a:pt x="2255" y="577"/>
                    <a:pt x="2206" y="531"/>
                  </a:cubicBezTo>
                  <a:cubicBezTo>
                    <a:pt x="2110" y="442"/>
                    <a:pt x="2002" y="363"/>
                    <a:pt x="1886" y="297"/>
                  </a:cubicBezTo>
                  <a:cubicBezTo>
                    <a:pt x="1771" y="231"/>
                    <a:pt x="1653" y="178"/>
                    <a:pt x="1531" y="132"/>
                  </a:cubicBezTo>
                  <a:cubicBezTo>
                    <a:pt x="1406" y="86"/>
                    <a:pt x="1278" y="53"/>
                    <a:pt x="1153" y="34"/>
                  </a:cubicBezTo>
                  <a:cubicBezTo>
                    <a:pt x="1032" y="16"/>
                    <a:pt x="915" y="0"/>
                    <a:pt x="7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7828524" y="2507879"/>
              <a:ext cx="123786" cy="346109"/>
            </a:xfrm>
            <a:custGeom>
              <a:rect b="b" l="l" r="r" t="t"/>
              <a:pathLst>
                <a:path extrusionOk="0" h="4510" w="1613">
                  <a:moveTo>
                    <a:pt x="0" y="1"/>
                  </a:moveTo>
                  <a:lnTo>
                    <a:pt x="0" y="1"/>
                  </a:lnTo>
                  <a:cubicBezTo>
                    <a:pt x="247" y="44"/>
                    <a:pt x="477" y="149"/>
                    <a:pt x="671" y="307"/>
                  </a:cubicBezTo>
                  <a:cubicBezTo>
                    <a:pt x="869" y="455"/>
                    <a:pt x="1024" y="652"/>
                    <a:pt x="1122" y="876"/>
                  </a:cubicBezTo>
                  <a:cubicBezTo>
                    <a:pt x="1218" y="1100"/>
                    <a:pt x="1254" y="1350"/>
                    <a:pt x="1234" y="1593"/>
                  </a:cubicBezTo>
                  <a:cubicBezTo>
                    <a:pt x="1214" y="1837"/>
                    <a:pt x="1132" y="2074"/>
                    <a:pt x="997" y="2275"/>
                  </a:cubicBezTo>
                  <a:lnTo>
                    <a:pt x="968" y="2321"/>
                  </a:lnTo>
                  <a:lnTo>
                    <a:pt x="1020" y="2331"/>
                  </a:lnTo>
                  <a:cubicBezTo>
                    <a:pt x="1119" y="2350"/>
                    <a:pt x="1211" y="2400"/>
                    <a:pt x="1283" y="2469"/>
                  </a:cubicBezTo>
                  <a:cubicBezTo>
                    <a:pt x="1359" y="2541"/>
                    <a:pt x="1415" y="2627"/>
                    <a:pt x="1458" y="2719"/>
                  </a:cubicBezTo>
                  <a:cubicBezTo>
                    <a:pt x="1497" y="2818"/>
                    <a:pt x="1524" y="2923"/>
                    <a:pt x="1534" y="3025"/>
                  </a:cubicBezTo>
                  <a:cubicBezTo>
                    <a:pt x="1550" y="3127"/>
                    <a:pt x="1557" y="3236"/>
                    <a:pt x="1557" y="3341"/>
                  </a:cubicBezTo>
                  <a:cubicBezTo>
                    <a:pt x="1560" y="3555"/>
                    <a:pt x="1547" y="3769"/>
                    <a:pt x="1494" y="3976"/>
                  </a:cubicBezTo>
                  <a:cubicBezTo>
                    <a:pt x="1464" y="4078"/>
                    <a:pt x="1428" y="4180"/>
                    <a:pt x="1376" y="4272"/>
                  </a:cubicBezTo>
                  <a:cubicBezTo>
                    <a:pt x="1316" y="4361"/>
                    <a:pt x="1247" y="4447"/>
                    <a:pt x="1162" y="4509"/>
                  </a:cubicBezTo>
                  <a:cubicBezTo>
                    <a:pt x="1254" y="4453"/>
                    <a:pt x="1333" y="4374"/>
                    <a:pt x="1392" y="4282"/>
                  </a:cubicBezTo>
                  <a:cubicBezTo>
                    <a:pt x="1451" y="4193"/>
                    <a:pt x="1494" y="4091"/>
                    <a:pt x="1527" y="3986"/>
                  </a:cubicBezTo>
                  <a:cubicBezTo>
                    <a:pt x="1593" y="3779"/>
                    <a:pt x="1609" y="3558"/>
                    <a:pt x="1613" y="3341"/>
                  </a:cubicBezTo>
                  <a:cubicBezTo>
                    <a:pt x="1613" y="3236"/>
                    <a:pt x="1613" y="3127"/>
                    <a:pt x="1599" y="3015"/>
                  </a:cubicBezTo>
                  <a:cubicBezTo>
                    <a:pt x="1590" y="2910"/>
                    <a:pt x="1563" y="2798"/>
                    <a:pt x="1524" y="2696"/>
                  </a:cubicBezTo>
                  <a:cubicBezTo>
                    <a:pt x="1478" y="2594"/>
                    <a:pt x="1415" y="2498"/>
                    <a:pt x="1333" y="2419"/>
                  </a:cubicBezTo>
                  <a:cubicBezTo>
                    <a:pt x="1263" y="2352"/>
                    <a:pt x="1179" y="2300"/>
                    <a:pt x="1085" y="2271"/>
                  </a:cubicBezTo>
                  <a:lnTo>
                    <a:pt x="1085" y="2271"/>
                  </a:lnTo>
                  <a:cubicBezTo>
                    <a:pt x="1212" y="2070"/>
                    <a:pt x="1285" y="1836"/>
                    <a:pt x="1303" y="1597"/>
                  </a:cubicBezTo>
                  <a:cubicBezTo>
                    <a:pt x="1326" y="1343"/>
                    <a:pt x="1283" y="1080"/>
                    <a:pt x="1178" y="850"/>
                  </a:cubicBezTo>
                  <a:cubicBezTo>
                    <a:pt x="1070" y="613"/>
                    <a:pt x="902" y="419"/>
                    <a:pt x="694" y="267"/>
                  </a:cubicBezTo>
                  <a:cubicBezTo>
                    <a:pt x="490" y="126"/>
                    <a:pt x="250" y="27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8085846" y="2388466"/>
              <a:ext cx="203598" cy="436204"/>
            </a:xfrm>
            <a:custGeom>
              <a:rect b="b" l="l" r="r" t="t"/>
              <a:pathLst>
                <a:path extrusionOk="0" h="5684" w="2653">
                  <a:moveTo>
                    <a:pt x="0" y="0"/>
                  </a:moveTo>
                  <a:lnTo>
                    <a:pt x="0" y="0"/>
                  </a:lnTo>
                  <a:cubicBezTo>
                    <a:pt x="171" y="27"/>
                    <a:pt x="346" y="76"/>
                    <a:pt x="501" y="165"/>
                  </a:cubicBezTo>
                  <a:cubicBezTo>
                    <a:pt x="662" y="234"/>
                    <a:pt x="813" y="323"/>
                    <a:pt x="955" y="428"/>
                  </a:cubicBezTo>
                  <a:cubicBezTo>
                    <a:pt x="1238" y="635"/>
                    <a:pt x="1468" y="912"/>
                    <a:pt x="1616" y="1224"/>
                  </a:cubicBezTo>
                  <a:cubicBezTo>
                    <a:pt x="1767" y="1537"/>
                    <a:pt x="1833" y="1892"/>
                    <a:pt x="1823" y="2238"/>
                  </a:cubicBezTo>
                  <a:cubicBezTo>
                    <a:pt x="1807" y="2587"/>
                    <a:pt x="1715" y="2932"/>
                    <a:pt x="1544" y="3232"/>
                  </a:cubicBezTo>
                  <a:lnTo>
                    <a:pt x="1527" y="3261"/>
                  </a:lnTo>
                  <a:lnTo>
                    <a:pt x="1554" y="3278"/>
                  </a:lnTo>
                  <a:cubicBezTo>
                    <a:pt x="1758" y="3393"/>
                    <a:pt x="1932" y="3544"/>
                    <a:pt x="2080" y="3722"/>
                  </a:cubicBezTo>
                  <a:cubicBezTo>
                    <a:pt x="2228" y="3896"/>
                    <a:pt x="2353" y="4101"/>
                    <a:pt x="2442" y="4314"/>
                  </a:cubicBezTo>
                  <a:cubicBezTo>
                    <a:pt x="2534" y="4528"/>
                    <a:pt x="2590" y="4759"/>
                    <a:pt x="2613" y="4989"/>
                  </a:cubicBezTo>
                  <a:cubicBezTo>
                    <a:pt x="2633" y="5219"/>
                    <a:pt x="2616" y="5456"/>
                    <a:pt x="2557" y="5683"/>
                  </a:cubicBezTo>
                  <a:cubicBezTo>
                    <a:pt x="2630" y="5456"/>
                    <a:pt x="2653" y="5219"/>
                    <a:pt x="2639" y="4982"/>
                  </a:cubicBezTo>
                  <a:cubicBezTo>
                    <a:pt x="2630" y="4749"/>
                    <a:pt x="2574" y="4515"/>
                    <a:pt x="2488" y="4291"/>
                  </a:cubicBezTo>
                  <a:cubicBezTo>
                    <a:pt x="2403" y="4074"/>
                    <a:pt x="2284" y="3864"/>
                    <a:pt x="2129" y="3679"/>
                  </a:cubicBezTo>
                  <a:cubicBezTo>
                    <a:pt x="1985" y="3503"/>
                    <a:pt x="1813" y="3351"/>
                    <a:pt x="1620" y="3232"/>
                  </a:cubicBezTo>
                  <a:lnTo>
                    <a:pt x="1620" y="3232"/>
                  </a:lnTo>
                  <a:cubicBezTo>
                    <a:pt x="1790" y="2929"/>
                    <a:pt x="1889" y="2582"/>
                    <a:pt x="1896" y="2235"/>
                  </a:cubicBezTo>
                  <a:cubicBezTo>
                    <a:pt x="1909" y="1876"/>
                    <a:pt x="1833" y="1514"/>
                    <a:pt x="1679" y="1192"/>
                  </a:cubicBezTo>
                  <a:cubicBezTo>
                    <a:pt x="1517" y="866"/>
                    <a:pt x="1271" y="589"/>
                    <a:pt x="984" y="385"/>
                  </a:cubicBezTo>
                  <a:cubicBezTo>
                    <a:pt x="839" y="280"/>
                    <a:pt x="678" y="198"/>
                    <a:pt x="514" y="132"/>
                  </a:cubicBezTo>
                  <a:cubicBezTo>
                    <a:pt x="349" y="66"/>
                    <a:pt x="178" y="2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1"/>
            <p:cNvSpPr/>
            <p:nvPr/>
          </p:nvSpPr>
          <p:spPr>
            <a:xfrm>
              <a:off x="8090604" y="2939716"/>
              <a:ext cx="103909" cy="389008"/>
            </a:xfrm>
            <a:custGeom>
              <a:rect b="b" l="l" r="r" t="t"/>
              <a:pathLst>
                <a:path extrusionOk="0" h="5069" w="1354">
                  <a:moveTo>
                    <a:pt x="662" y="1"/>
                  </a:moveTo>
                  <a:cubicBezTo>
                    <a:pt x="906" y="188"/>
                    <a:pt x="1090" y="445"/>
                    <a:pt x="1189" y="731"/>
                  </a:cubicBezTo>
                  <a:cubicBezTo>
                    <a:pt x="1291" y="1014"/>
                    <a:pt x="1320" y="1327"/>
                    <a:pt x="1255" y="1623"/>
                  </a:cubicBezTo>
                  <a:cubicBezTo>
                    <a:pt x="1222" y="1771"/>
                    <a:pt x="1169" y="1909"/>
                    <a:pt x="1093" y="2041"/>
                  </a:cubicBezTo>
                  <a:cubicBezTo>
                    <a:pt x="1021" y="2173"/>
                    <a:pt x="929" y="2298"/>
                    <a:pt x="827" y="2410"/>
                  </a:cubicBezTo>
                  <a:cubicBezTo>
                    <a:pt x="619" y="2633"/>
                    <a:pt x="383" y="2828"/>
                    <a:pt x="142" y="3018"/>
                  </a:cubicBezTo>
                  <a:lnTo>
                    <a:pt x="106" y="3045"/>
                  </a:lnTo>
                  <a:lnTo>
                    <a:pt x="149" y="3071"/>
                  </a:lnTo>
                  <a:cubicBezTo>
                    <a:pt x="320" y="3176"/>
                    <a:pt x="462" y="3334"/>
                    <a:pt x="554" y="3515"/>
                  </a:cubicBezTo>
                  <a:cubicBezTo>
                    <a:pt x="649" y="3696"/>
                    <a:pt x="698" y="3900"/>
                    <a:pt x="682" y="4108"/>
                  </a:cubicBezTo>
                  <a:cubicBezTo>
                    <a:pt x="669" y="4312"/>
                    <a:pt x="593" y="4509"/>
                    <a:pt x="471" y="4680"/>
                  </a:cubicBezTo>
                  <a:cubicBezTo>
                    <a:pt x="356" y="4848"/>
                    <a:pt x="192" y="4983"/>
                    <a:pt x="1" y="5068"/>
                  </a:cubicBezTo>
                  <a:cubicBezTo>
                    <a:pt x="198" y="4996"/>
                    <a:pt x="369" y="4864"/>
                    <a:pt x="498" y="4697"/>
                  </a:cubicBezTo>
                  <a:cubicBezTo>
                    <a:pt x="629" y="4532"/>
                    <a:pt x="712" y="4325"/>
                    <a:pt x="731" y="4111"/>
                  </a:cubicBezTo>
                  <a:cubicBezTo>
                    <a:pt x="751" y="3897"/>
                    <a:pt x="708" y="3680"/>
                    <a:pt x="613" y="3486"/>
                  </a:cubicBezTo>
                  <a:cubicBezTo>
                    <a:pt x="522" y="3310"/>
                    <a:pt x="392" y="3153"/>
                    <a:pt x="228" y="3040"/>
                  </a:cubicBezTo>
                  <a:lnTo>
                    <a:pt x="228" y="3040"/>
                  </a:lnTo>
                  <a:cubicBezTo>
                    <a:pt x="453" y="2862"/>
                    <a:pt x="684" y="2680"/>
                    <a:pt x="879" y="2459"/>
                  </a:cubicBezTo>
                  <a:cubicBezTo>
                    <a:pt x="981" y="2344"/>
                    <a:pt x="1077" y="2215"/>
                    <a:pt x="1149" y="2081"/>
                  </a:cubicBezTo>
                  <a:cubicBezTo>
                    <a:pt x="1228" y="1939"/>
                    <a:pt x="1281" y="1791"/>
                    <a:pt x="1314" y="1640"/>
                  </a:cubicBezTo>
                  <a:cubicBezTo>
                    <a:pt x="1347" y="1482"/>
                    <a:pt x="1353" y="1327"/>
                    <a:pt x="1337" y="1169"/>
                  </a:cubicBezTo>
                  <a:cubicBezTo>
                    <a:pt x="1324" y="1014"/>
                    <a:pt x="1287" y="863"/>
                    <a:pt x="1228" y="718"/>
                  </a:cubicBezTo>
                  <a:cubicBezTo>
                    <a:pt x="1176" y="570"/>
                    <a:pt x="1093" y="439"/>
                    <a:pt x="998" y="313"/>
                  </a:cubicBezTo>
                  <a:cubicBezTo>
                    <a:pt x="906" y="195"/>
                    <a:pt x="787" y="90"/>
                    <a:pt x="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7993370" y="3319827"/>
              <a:ext cx="337974" cy="283794"/>
            </a:xfrm>
            <a:custGeom>
              <a:rect b="b" l="l" r="r" t="t"/>
              <a:pathLst>
                <a:path extrusionOk="0" h="3698" w="4404">
                  <a:moveTo>
                    <a:pt x="4371" y="0"/>
                  </a:moveTo>
                  <a:cubicBezTo>
                    <a:pt x="4387" y="277"/>
                    <a:pt x="4348" y="556"/>
                    <a:pt x="4249" y="810"/>
                  </a:cubicBezTo>
                  <a:cubicBezTo>
                    <a:pt x="4154" y="1066"/>
                    <a:pt x="4002" y="1303"/>
                    <a:pt x="3808" y="1494"/>
                  </a:cubicBezTo>
                  <a:cubicBezTo>
                    <a:pt x="3614" y="1685"/>
                    <a:pt x="3380" y="1833"/>
                    <a:pt x="3127" y="1925"/>
                  </a:cubicBezTo>
                  <a:cubicBezTo>
                    <a:pt x="2915" y="2004"/>
                    <a:pt x="2690" y="2042"/>
                    <a:pt x="2467" y="2042"/>
                  </a:cubicBezTo>
                  <a:cubicBezTo>
                    <a:pt x="2419" y="2042"/>
                    <a:pt x="2372" y="2041"/>
                    <a:pt x="2324" y="2037"/>
                  </a:cubicBezTo>
                  <a:lnTo>
                    <a:pt x="2288" y="2034"/>
                  </a:lnTo>
                  <a:lnTo>
                    <a:pt x="2281" y="2067"/>
                  </a:lnTo>
                  <a:cubicBezTo>
                    <a:pt x="2255" y="2320"/>
                    <a:pt x="2166" y="2574"/>
                    <a:pt x="2031" y="2794"/>
                  </a:cubicBezTo>
                  <a:cubicBezTo>
                    <a:pt x="1896" y="3018"/>
                    <a:pt x="1715" y="3209"/>
                    <a:pt x="1501" y="3357"/>
                  </a:cubicBezTo>
                  <a:cubicBezTo>
                    <a:pt x="1288" y="3505"/>
                    <a:pt x="1041" y="3600"/>
                    <a:pt x="781" y="3646"/>
                  </a:cubicBezTo>
                  <a:cubicBezTo>
                    <a:pt x="673" y="3664"/>
                    <a:pt x="563" y="3673"/>
                    <a:pt x="454" y="3673"/>
                  </a:cubicBezTo>
                  <a:cubicBezTo>
                    <a:pt x="301" y="3673"/>
                    <a:pt x="149" y="3655"/>
                    <a:pt x="1" y="3617"/>
                  </a:cubicBezTo>
                  <a:lnTo>
                    <a:pt x="1" y="3617"/>
                  </a:lnTo>
                  <a:cubicBezTo>
                    <a:pt x="168" y="3672"/>
                    <a:pt x="345" y="3697"/>
                    <a:pt x="522" y="3697"/>
                  </a:cubicBezTo>
                  <a:cubicBezTo>
                    <a:pt x="610" y="3697"/>
                    <a:pt x="697" y="3691"/>
                    <a:pt x="784" y="3679"/>
                  </a:cubicBezTo>
                  <a:cubicBezTo>
                    <a:pt x="1047" y="3640"/>
                    <a:pt x="1304" y="3548"/>
                    <a:pt x="1531" y="3403"/>
                  </a:cubicBezTo>
                  <a:cubicBezTo>
                    <a:pt x="1755" y="3258"/>
                    <a:pt x="1946" y="3057"/>
                    <a:pt x="2084" y="2830"/>
                  </a:cubicBezTo>
                  <a:cubicBezTo>
                    <a:pt x="2222" y="2613"/>
                    <a:pt x="2313" y="2369"/>
                    <a:pt x="2349" y="2112"/>
                  </a:cubicBezTo>
                  <a:lnTo>
                    <a:pt x="2349" y="2112"/>
                  </a:lnTo>
                  <a:cubicBezTo>
                    <a:pt x="2391" y="2115"/>
                    <a:pt x="2433" y="2117"/>
                    <a:pt x="2474" y="2117"/>
                  </a:cubicBezTo>
                  <a:cubicBezTo>
                    <a:pt x="2705" y="2117"/>
                    <a:pt x="2933" y="2071"/>
                    <a:pt x="3147" y="1991"/>
                  </a:cubicBezTo>
                  <a:cubicBezTo>
                    <a:pt x="3410" y="1892"/>
                    <a:pt x="3657" y="1738"/>
                    <a:pt x="3851" y="1534"/>
                  </a:cubicBezTo>
                  <a:cubicBezTo>
                    <a:pt x="4042" y="1333"/>
                    <a:pt x="4190" y="1086"/>
                    <a:pt x="4282" y="823"/>
                  </a:cubicBezTo>
                  <a:cubicBezTo>
                    <a:pt x="4371" y="560"/>
                    <a:pt x="4404" y="277"/>
                    <a:pt x="4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7502441" y="4582490"/>
              <a:ext cx="365294" cy="639725"/>
            </a:xfrm>
            <a:custGeom>
              <a:rect b="b" l="l" r="r" t="t"/>
              <a:pathLst>
                <a:path extrusionOk="0" h="8336" w="4760">
                  <a:moveTo>
                    <a:pt x="4759" y="1"/>
                  </a:moveTo>
                  <a:lnTo>
                    <a:pt x="4759" y="1"/>
                  </a:lnTo>
                  <a:cubicBezTo>
                    <a:pt x="4394" y="198"/>
                    <a:pt x="4045" y="428"/>
                    <a:pt x="3716" y="685"/>
                  </a:cubicBezTo>
                  <a:cubicBezTo>
                    <a:pt x="3387" y="939"/>
                    <a:pt x="3078" y="1225"/>
                    <a:pt x="2788" y="1524"/>
                  </a:cubicBezTo>
                  <a:cubicBezTo>
                    <a:pt x="2212" y="2123"/>
                    <a:pt x="1725" y="2814"/>
                    <a:pt x="1324" y="3548"/>
                  </a:cubicBezTo>
                  <a:cubicBezTo>
                    <a:pt x="929" y="4285"/>
                    <a:pt x="626" y="5065"/>
                    <a:pt x="409" y="5871"/>
                  </a:cubicBezTo>
                  <a:cubicBezTo>
                    <a:pt x="300" y="6273"/>
                    <a:pt x="215" y="6681"/>
                    <a:pt x="146" y="7092"/>
                  </a:cubicBezTo>
                  <a:cubicBezTo>
                    <a:pt x="80" y="7503"/>
                    <a:pt x="30" y="7921"/>
                    <a:pt x="1" y="8336"/>
                  </a:cubicBezTo>
                  <a:cubicBezTo>
                    <a:pt x="47" y="7918"/>
                    <a:pt x="103" y="7507"/>
                    <a:pt x="179" y="7105"/>
                  </a:cubicBezTo>
                  <a:cubicBezTo>
                    <a:pt x="251" y="6697"/>
                    <a:pt x="346" y="6289"/>
                    <a:pt x="462" y="5891"/>
                  </a:cubicBezTo>
                  <a:cubicBezTo>
                    <a:pt x="689" y="5095"/>
                    <a:pt x="991" y="4311"/>
                    <a:pt x="1386" y="3584"/>
                  </a:cubicBezTo>
                  <a:cubicBezTo>
                    <a:pt x="1778" y="2857"/>
                    <a:pt x="2262" y="2173"/>
                    <a:pt x="2828" y="1564"/>
                  </a:cubicBezTo>
                  <a:cubicBezTo>
                    <a:pt x="3111" y="1261"/>
                    <a:pt x="3410" y="971"/>
                    <a:pt x="3736" y="711"/>
                  </a:cubicBezTo>
                  <a:cubicBezTo>
                    <a:pt x="4055" y="448"/>
                    <a:pt x="4400" y="215"/>
                    <a:pt x="47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2"/>
          <p:cNvSpPr txBox="1"/>
          <p:nvPr>
            <p:ph idx="13" type="subTitle"/>
          </p:nvPr>
        </p:nvSpPr>
        <p:spPr>
          <a:xfrm>
            <a:off x="832150" y="3515681"/>
            <a:ext cx="17223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API</a:t>
            </a:r>
            <a:endParaRPr/>
          </a:p>
        </p:txBody>
      </p:sp>
      <p:sp>
        <p:nvSpPr>
          <p:cNvPr id="727" name="Google Shape;727;p32"/>
          <p:cNvSpPr txBox="1"/>
          <p:nvPr>
            <p:ph idx="15" type="subTitle"/>
          </p:nvPr>
        </p:nvSpPr>
        <p:spPr>
          <a:xfrm>
            <a:off x="6147175" y="3515671"/>
            <a:ext cx="1722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728" name="Google Shape;728;p32"/>
          <p:cNvSpPr txBox="1"/>
          <p:nvPr>
            <p:ph idx="7" type="subTitle"/>
          </p:nvPr>
        </p:nvSpPr>
        <p:spPr>
          <a:xfrm>
            <a:off x="832150" y="1838175"/>
            <a:ext cx="17223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729" name="Google Shape;729;p32"/>
          <p:cNvSpPr txBox="1"/>
          <p:nvPr>
            <p:ph idx="8" type="subTitle"/>
          </p:nvPr>
        </p:nvSpPr>
        <p:spPr>
          <a:xfrm>
            <a:off x="3489525" y="1838175"/>
            <a:ext cx="17223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MongoDB</a:t>
            </a:r>
            <a:endParaRPr/>
          </a:p>
        </p:txBody>
      </p:sp>
      <p:sp>
        <p:nvSpPr>
          <p:cNvPr id="730" name="Google Shape;730;p32"/>
          <p:cNvSpPr txBox="1"/>
          <p:nvPr>
            <p:ph idx="9" type="subTitle"/>
          </p:nvPr>
        </p:nvSpPr>
        <p:spPr>
          <a:xfrm>
            <a:off x="6147175" y="1838175"/>
            <a:ext cx="17220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Node.js	</a:t>
            </a:r>
            <a:endParaRPr/>
          </a:p>
        </p:txBody>
      </p:sp>
      <p:sp>
        <p:nvSpPr>
          <p:cNvPr id="731" name="Google Shape;731;p32"/>
          <p:cNvSpPr txBox="1"/>
          <p:nvPr>
            <p:ph idx="14" type="subTitle"/>
          </p:nvPr>
        </p:nvSpPr>
        <p:spPr>
          <a:xfrm>
            <a:off x="3489525" y="3515671"/>
            <a:ext cx="17223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JWT Tokens</a:t>
            </a:r>
            <a:endParaRPr/>
          </a:p>
        </p:txBody>
      </p:sp>
      <p:sp>
        <p:nvSpPr>
          <p:cNvPr id="732" name="Google Shape;732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Implementation</a:t>
            </a:r>
            <a:endParaRPr/>
          </a:p>
        </p:txBody>
      </p:sp>
      <p:sp>
        <p:nvSpPr>
          <p:cNvPr id="733" name="Google Shape;733;p32"/>
          <p:cNvSpPr txBox="1"/>
          <p:nvPr>
            <p:ph idx="4" type="subTitle"/>
          </p:nvPr>
        </p:nvSpPr>
        <p:spPr>
          <a:xfrm>
            <a:off x="832150" y="3838248"/>
            <a:ext cx="172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Inference service to call pre-trained ML model</a:t>
            </a:r>
            <a:endParaRPr/>
          </a:p>
        </p:txBody>
      </p:sp>
      <p:sp>
        <p:nvSpPr>
          <p:cNvPr id="734" name="Google Shape;734;p32"/>
          <p:cNvSpPr txBox="1"/>
          <p:nvPr>
            <p:ph idx="5" type="subTitle"/>
          </p:nvPr>
        </p:nvSpPr>
        <p:spPr>
          <a:xfrm>
            <a:off x="3490626" y="3838250"/>
            <a:ext cx="172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Authorization check</a:t>
            </a:r>
            <a:endParaRPr/>
          </a:p>
        </p:txBody>
      </p:sp>
      <p:sp>
        <p:nvSpPr>
          <p:cNvPr id="735" name="Google Shape;735;p32"/>
          <p:cNvSpPr txBox="1"/>
          <p:nvPr>
            <p:ph idx="1" type="subTitle"/>
          </p:nvPr>
        </p:nvSpPr>
        <p:spPr>
          <a:xfrm>
            <a:off x="832150" y="2160744"/>
            <a:ext cx="172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for clinical interaction</a:t>
            </a:r>
            <a:endParaRPr/>
          </a:p>
        </p:txBody>
      </p:sp>
      <p:sp>
        <p:nvSpPr>
          <p:cNvPr id="736" name="Google Shape;736;p32"/>
          <p:cNvSpPr txBox="1"/>
          <p:nvPr>
            <p:ph idx="2" type="subTitle"/>
          </p:nvPr>
        </p:nvSpPr>
        <p:spPr>
          <a:xfrm>
            <a:off x="3490626" y="2160744"/>
            <a:ext cx="172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P</a:t>
            </a:r>
            <a:r>
              <a:rPr lang="en"/>
              <a:t>atient and Session history</a:t>
            </a:r>
            <a:endParaRPr/>
          </a:p>
        </p:txBody>
      </p:sp>
      <p:sp>
        <p:nvSpPr>
          <p:cNvPr id="737" name="Google Shape;737;p32"/>
          <p:cNvSpPr txBox="1"/>
          <p:nvPr>
            <p:ph idx="3" type="subTitle"/>
          </p:nvPr>
        </p:nvSpPr>
        <p:spPr>
          <a:xfrm>
            <a:off x="6149132" y="2160744"/>
            <a:ext cx="1718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orchestration component</a:t>
            </a:r>
            <a:endParaRPr/>
          </a:p>
        </p:txBody>
      </p:sp>
      <p:sp>
        <p:nvSpPr>
          <p:cNvPr id="738" name="Google Shape;738;p32"/>
          <p:cNvSpPr txBox="1"/>
          <p:nvPr>
            <p:ph idx="6" type="subTitle"/>
          </p:nvPr>
        </p:nvSpPr>
        <p:spPr>
          <a:xfrm>
            <a:off x="6149132" y="3838250"/>
            <a:ext cx="1718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run MongoDB</a:t>
            </a:r>
            <a:endParaRPr/>
          </a:p>
        </p:txBody>
      </p:sp>
      <p:grpSp>
        <p:nvGrpSpPr>
          <p:cNvPr id="739" name="Google Shape;739;p32"/>
          <p:cNvGrpSpPr/>
          <p:nvPr/>
        </p:nvGrpSpPr>
        <p:grpSpPr>
          <a:xfrm>
            <a:off x="911019" y="1401274"/>
            <a:ext cx="411622" cy="465950"/>
            <a:chOff x="877403" y="1349093"/>
            <a:chExt cx="308632" cy="349367"/>
          </a:xfrm>
        </p:grpSpPr>
        <p:sp>
          <p:nvSpPr>
            <p:cNvPr id="740" name="Google Shape;740;p32"/>
            <p:cNvSpPr/>
            <p:nvPr/>
          </p:nvSpPr>
          <p:spPr>
            <a:xfrm>
              <a:off x="1020640" y="1534018"/>
              <a:ext cx="82192" cy="71705"/>
            </a:xfrm>
            <a:custGeom>
              <a:rect b="b" l="l" r="r" t="t"/>
              <a:pathLst>
                <a:path extrusionOk="0" h="2482" w="2845">
                  <a:moveTo>
                    <a:pt x="1773" y="0"/>
                  </a:moveTo>
                  <a:cubicBezTo>
                    <a:pt x="1182" y="0"/>
                    <a:pt x="711" y="472"/>
                    <a:pt x="711" y="1062"/>
                  </a:cubicBezTo>
                  <a:lnTo>
                    <a:pt x="711" y="1420"/>
                  </a:lnTo>
                  <a:cubicBezTo>
                    <a:pt x="711" y="1612"/>
                    <a:pt x="550" y="1772"/>
                    <a:pt x="353" y="1772"/>
                  </a:cubicBezTo>
                  <a:lnTo>
                    <a:pt x="1" y="1772"/>
                  </a:lnTo>
                  <a:lnTo>
                    <a:pt x="1" y="2482"/>
                  </a:lnTo>
                  <a:lnTo>
                    <a:pt x="358" y="2482"/>
                  </a:lnTo>
                  <a:cubicBezTo>
                    <a:pt x="949" y="2482"/>
                    <a:pt x="1425" y="2006"/>
                    <a:pt x="1425" y="1415"/>
                  </a:cubicBezTo>
                  <a:lnTo>
                    <a:pt x="1425" y="1062"/>
                  </a:lnTo>
                  <a:cubicBezTo>
                    <a:pt x="1425" y="870"/>
                    <a:pt x="1585" y="710"/>
                    <a:pt x="1777" y="710"/>
                  </a:cubicBezTo>
                  <a:lnTo>
                    <a:pt x="2844" y="71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2"/>
            <p:cNvSpPr/>
            <p:nvPr/>
          </p:nvSpPr>
          <p:spPr>
            <a:xfrm>
              <a:off x="979789" y="1534018"/>
              <a:ext cx="41024" cy="20512"/>
            </a:xfrm>
            <a:custGeom>
              <a:rect b="b" l="l" r="r" t="t"/>
              <a:pathLst>
                <a:path extrusionOk="0" h="710" w="1420">
                  <a:moveTo>
                    <a:pt x="0" y="0"/>
                  </a:moveTo>
                  <a:lnTo>
                    <a:pt x="0" y="710"/>
                  </a:lnTo>
                  <a:lnTo>
                    <a:pt x="1419" y="710"/>
                  </a:lnTo>
                  <a:lnTo>
                    <a:pt x="14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2"/>
            <p:cNvSpPr/>
            <p:nvPr/>
          </p:nvSpPr>
          <p:spPr>
            <a:xfrm>
              <a:off x="993136" y="1623548"/>
              <a:ext cx="76096" cy="30334"/>
            </a:xfrm>
            <a:custGeom>
              <a:rect b="b" l="l" r="r" t="t"/>
              <a:pathLst>
                <a:path extrusionOk="0" h="1050" w="2634">
                  <a:moveTo>
                    <a:pt x="1319" y="1"/>
                  </a:moveTo>
                  <a:cubicBezTo>
                    <a:pt x="820" y="1"/>
                    <a:pt x="358" y="198"/>
                    <a:pt x="0" y="546"/>
                  </a:cubicBezTo>
                  <a:lnTo>
                    <a:pt x="504" y="1049"/>
                  </a:lnTo>
                  <a:cubicBezTo>
                    <a:pt x="724" y="830"/>
                    <a:pt x="1008" y="711"/>
                    <a:pt x="1319" y="711"/>
                  </a:cubicBezTo>
                  <a:cubicBezTo>
                    <a:pt x="1626" y="711"/>
                    <a:pt x="1910" y="830"/>
                    <a:pt x="2130" y="1049"/>
                  </a:cubicBezTo>
                  <a:lnTo>
                    <a:pt x="2633" y="546"/>
                  </a:lnTo>
                  <a:cubicBezTo>
                    <a:pt x="2285" y="198"/>
                    <a:pt x="1814" y="1"/>
                    <a:pt x="1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2"/>
            <p:cNvSpPr/>
            <p:nvPr/>
          </p:nvSpPr>
          <p:spPr>
            <a:xfrm>
              <a:off x="1020784" y="1390752"/>
              <a:ext cx="20541" cy="41024"/>
            </a:xfrm>
            <a:custGeom>
              <a:rect b="b" l="l" r="r" t="t"/>
              <a:pathLst>
                <a:path extrusionOk="0" h="1420" w="711">
                  <a:moveTo>
                    <a:pt x="0" y="1"/>
                  </a:moveTo>
                  <a:lnTo>
                    <a:pt x="0" y="1420"/>
                  </a:lnTo>
                  <a:lnTo>
                    <a:pt x="710" y="1420"/>
                  </a:lnTo>
                  <a:lnTo>
                    <a:pt x="7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2"/>
            <p:cNvSpPr/>
            <p:nvPr/>
          </p:nvSpPr>
          <p:spPr>
            <a:xfrm>
              <a:off x="1020784" y="1452115"/>
              <a:ext cx="20541" cy="20541"/>
            </a:xfrm>
            <a:custGeom>
              <a:rect b="b" l="l" r="r" t="t"/>
              <a:pathLst>
                <a:path extrusionOk="0" h="711" w="711">
                  <a:moveTo>
                    <a:pt x="0" y="1"/>
                  </a:moveTo>
                  <a:lnTo>
                    <a:pt x="0" y="711"/>
                  </a:lnTo>
                  <a:lnTo>
                    <a:pt x="710" y="711"/>
                  </a:lnTo>
                  <a:lnTo>
                    <a:pt x="7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>
              <a:off x="877403" y="1349093"/>
              <a:ext cx="308632" cy="349367"/>
            </a:xfrm>
            <a:custGeom>
              <a:rect b="b" l="l" r="r" t="t"/>
              <a:pathLst>
                <a:path extrusionOk="0" h="12093" w="10683">
                  <a:moveTo>
                    <a:pt x="5316" y="701"/>
                  </a:moveTo>
                  <a:cubicBezTo>
                    <a:pt x="5998" y="701"/>
                    <a:pt x="6657" y="1053"/>
                    <a:pt x="7065" y="1644"/>
                  </a:cubicBezTo>
                  <a:lnTo>
                    <a:pt x="7179" y="1809"/>
                  </a:lnTo>
                  <a:cubicBezTo>
                    <a:pt x="7385" y="1800"/>
                    <a:pt x="7372" y="1800"/>
                    <a:pt x="7440" y="1791"/>
                  </a:cubicBezTo>
                  <a:lnTo>
                    <a:pt x="7445" y="1791"/>
                  </a:lnTo>
                  <a:cubicBezTo>
                    <a:pt x="8031" y="1800"/>
                    <a:pt x="8498" y="2271"/>
                    <a:pt x="8498" y="2857"/>
                  </a:cubicBezTo>
                  <a:cubicBezTo>
                    <a:pt x="8498" y="3439"/>
                    <a:pt x="8026" y="3915"/>
                    <a:pt x="7445" y="3920"/>
                  </a:cubicBezTo>
                  <a:lnTo>
                    <a:pt x="7440" y="3920"/>
                  </a:lnTo>
                  <a:cubicBezTo>
                    <a:pt x="7372" y="3910"/>
                    <a:pt x="7376" y="3915"/>
                    <a:pt x="7179" y="3906"/>
                  </a:cubicBezTo>
                  <a:lnTo>
                    <a:pt x="7065" y="4071"/>
                  </a:lnTo>
                  <a:cubicBezTo>
                    <a:pt x="6662" y="4648"/>
                    <a:pt x="6012" y="4991"/>
                    <a:pt x="5316" y="4991"/>
                  </a:cubicBezTo>
                  <a:cubicBezTo>
                    <a:pt x="4620" y="4991"/>
                    <a:pt x="3965" y="4648"/>
                    <a:pt x="3572" y="4071"/>
                  </a:cubicBezTo>
                  <a:lnTo>
                    <a:pt x="3457" y="3906"/>
                  </a:lnTo>
                  <a:cubicBezTo>
                    <a:pt x="3251" y="3915"/>
                    <a:pt x="3265" y="3915"/>
                    <a:pt x="3196" y="3920"/>
                  </a:cubicBezTo>
                  <a:lnTo>
                    <a:pt x="3187" y="3920"/>
                  </a:lnTo>
                  <a:cubicBezTo>
                    <a:pt x="2605" y="3915"/>
                    <a:pt x="2134" y="3439"/>
                    <a:pt x="2134" y="2857"/>
                  </a:cubicBezTo>
                  <a:cubicBezTo>
                    <a:pt x="2134" y="2271"/>
                    <a:pt x="2610" y="1800"/>
                    <a:pt x="3187" y="1791"/>
                  </a:cubicBezTo>
                  <a:lnTo>
                    <a:pt x="3196" y="1791"/>
                  </a:lnTo>
                  <a:cubicBezTo>
                    <a:pt x="3260" y="1804"/>
                    <a:pt x="3256" y="1800"/>
                    <a:pt x="3457" y="1809"/>
                  </a:cubicBezTo>
                  <a:lnTo>
                    <a:pt x="3572" y="1644"/>
                  </a:lnTo>
                  <a:cubicBezTo>
                    <a:pt x="3979" y="1053"/>
                    <a:pt x="4638" y="701"/>
                    <a:pt x="5316" y="701"/>
                  </a:cubicBezTo>
                  <a:close/>
                  <a:moveTo>
                    <a:pt x="9217" y="7111"/>
                  </a:moveTo>
                  <a:cubicBezTo>
                    <a:pt x="9620" y="7111"/>
                    <a:pt x="9954" y="7459"/>
                    <a:pt x="9917" y="7871"/>
                  </a:cubicBezTo>
                  <a:cubicBezTo>
                    <a:pt x="9890" y="8242"/>
                    <a:pt x="9569" y="8521"/>
                    <a:pt x="9199" y="8521"/>
                  </a:cubicBezTo>
                  <a:cubicBezTo>
                    <a:pt x="9208" y="8407"/>
                    <a:pt x="9217" y="8292"/>
                    <a:pt x="9217" y="8173"/>
                  </a:cubicBezTo>
                  <a:lnTo>
                    <a:pt x="9217" y="7111"/>
                  </a:lnTo>
                  <a:close/>
                  <a:moveTo>
                    <a:pt x="1420" y="7111"/>
                  </a:moveTo>
                  <a:lnTo>
                    <a:pt x="1420" y="8173"/>
                  </a:lnTo>
                  <a:cubicBezTo>
                    <a:pt x="1420" y="8292"/>
                    <a:pt x="1424" y="8416"/>
                    <a:pt x="1438" y="8530"/>
                  </a:cubicBezTo>
                  <a:cubicBezTo>
                    <a:pt x="1067" y="8530"/>
                    <a:pt x="747" y="8246"/>
                    <a:pt x="714" y="7875"/>
                  </a:cubicBezTo>
                  <a:cubicBezTo>
                    <a:pt x="682" y="7459"/>
                    <a:pt x="1007" y="7111"/>
                    <a:pt x="1420" y="7111"/>
                  </a:cubicBezTo>
                  <a:close/>
                  <a:moveTo>
                    <a:pt x="7665" y="4615"/>
                  </a:moveTo>
                  <a:cubicBezTo>
                    <a:pt x="8196" y="5202"/>
                    <a:pt x="8489" y="5952"/>
                    <a:pt x="8489" y="6754"/>
                  </a:cubicBezTo>
                  <a:lnTo>
                    <a:pt x="8489" y="8173"/>
                  </a:lnTo>
                  <a:cubicBezTo>
                    <a:pt x="8489" y="9950"/>
                    <a:pt x="7056" y="11383"/>
                    <a:pt x="5302" y="11383"/>
                  </a:cubicBezTo>
                  <a:cubicBezTo>
                    <a:pt x="3544" y="11383"/>
                    <a:pt x="2111" y="9940"/>
                    <a:pt x="2111" y="8173"/>
                  </a:cubicBezTo>
                  <a:lnTo>
                    <a:pt x="2111" y="6754"/>
                  </a:lnTo>
                  <a:lnTo>
                    <a:pt x="2125" y="6754"/>
                  </a:lnTo>
                  <a:cubicBezTo>
                    <a:pt x="2125" y="5952"/>
                    <a:pt x="2418" y="5197"/>
                    <a:pt x="2949" y="4615"/>
                  </a:cubicBezTo>
                  <a:cubicBezTo>
                    <a:pt x="2999" y="4620"/>
                    <a:pt x="3045" y="4625"/>
                    <a:pt x="3095" y="4625"/>
                  </a:cubicBezTo>
                  <a:cubicBezTo>
                    <a:pt x="3636" y="5293"/>
                    <a:pt x="4446" y="5691"/>
                    <a:pt x="5307" y="5691"/>
                  </a:cubicBezTo>
                  <a:cubicBezTo>
                    <a:pt x="6163" y="5691"/>
                    <a:pt x="6983" y="5293"/>
                    <a:pt x="7514" y="4625"/>
                  </a:cubicBezTo>
                  <a:cubicBezTo>
                    <a:pt x="7569" y="4625"/>
                    <a:pt x="7619" y="4620"/>
                    <a:pt x="7665" y="4615"/>
                  </a:cubicBezTo>
                  <a:close/>
                  <a:moveTo>
                    <a:pt x="5325" y="0"/>
                  </a:moveTo>
                  <a:cubicBezTo>
                    <a:pt x="4469" y="0"/>
                    <a:pt x="3659" y="408"/>
                    <a:pt x="3114" y="1090"/>
                  </a:cubicBezTo>
                  <a:cubicBezTo>
                    <a:pt x="2175" y="1136"/>
                    <a:pt x="1424" y="1914"/>
                    <a:pt x="1424" y="2857"/>
                  </a:cubicBezTo>
                  <a:cubicBezTo>
                    <a:pt x="1424" y="3485"/>
                    <a:pt x="1758" y="4043"/>
                    <a:pt x="2248" y="4355"/>
                  </a:cubicBezTo>
                  <a:cubicBezTo>
                    <a:pt x="1786" y="4945"/>
                    <a:pt x="1507" y="5650"/>
                    <a:pt x="1438" y="6401"/>
                  </a:cubicBezTo>
                  <a:lnTo>
                    <a:pt x="1420" y="6401"/>
                  </a:lnTo>
                  <a:cubicBezTo>
                    <a:pt x="637" y="6401"/>
                    <a:pt x="0" y="7033"/>
                    <a:pt x="0" y="7821"/>
                  </a:cubicBezTo>
                  <a:cubicBezTo>
                    <a:pt x="0" y="8603"/>
                    <a:pt x="641" y="9240"/>
                    <a:pt x="1424" y="9240"/>
                  </a:cubicBezTo>
                  <a:lnTo>
                    <a:pt x="1571" y="9240"/>
                  </a:lnTo>
                  <a:cubicBezTo>
                    <a:pt x="2033" y="10888"/>
                    <a:pt x="3539" y="12092"/>
                    <a:pt x="5325" y="12092"/>
                  </a:cubicBezTo>
                  <a:cubicBezTo>
                    <a:pt x="7111" y="12092"/>
                    <a:pt x="8613" y="10879"/>
                    <a:pt x="9080" y="9240"/>
                  </a:cubicBezTo>
                  <a:lnTo>
                    <a:pt x="9203" y="9240"/>
                  </a:lnTo>
                  <a:cubicBezTo>
                    <a:pt x="9963" y="9240"/>
                    <a:pt x="10604" y="8649"/>
                    <a:pt x="10641" y="7889"/>
                  </a:cubicBezTo>
                  <a:cubicBezTo>
                    <a:pt x="10682" y="7074"/>
                    <a:pt x="10027" y="6401"/>
                    <a:pt x="9226" y="6401"/>
                  </a:cubicBezTo>
                  <a:lnTo>
                    <a:pt x="9208" y="6401"/>
                  </a:lnTo>
                  <a:cubicBezTo>
                    <a:pt x="9139" y="5650"/>
                    <a:pt x="8860" y="4945"/>
                    <a:pt x="8397" y="4355"/>
                  </a:cubicBezTo>
                  <a:cubicBezTo>
                    <a:pt x="8896" y="4043"/>
                    <a:pt x="9221" y="3485"/>
                    <a:pt x="9221" y="2857"/>
                  </a:cubicBezTo>
                  <a:cubicBezTo>
                    <a:pt x="9221" y="1905"/>
                    <a:pt x="8471" y="1136"/>
                    <a:pt x="7532" y="1090"/>
                  </a:cubicBezTo>
                  <a:cubicBezTo>
                    <a:pt x="6987" y="403"/>
                    <a:pt x="6177" y="0"/>
                    <a:pt x="5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32"/>
          <p:cNvGrpSpPr/>
          <p:nvPr/>
        </p:nvGrpSpPr>
        <p:grpSpPr>
          <a:xfrm>
            <a:off x="3592438" y="1401181"/>
            <a:ext cx="412316" cy="466143"/>
            <a:chOff x="1644981" y="1348948"/>
            <a:chExt cx="309152" cy="349511"/>
          </a:xfrm>
        </p:grpSpPr>
        <p:grpSp>
          <p:nvGrpSpPr>
            <p:cNvPr id="747" name="Google Shape;747;p32"/>
            <p:cNvGrpSpPr/>
            <p:nvPr/>
          </p:nvGrpSpPr>
          <p:grpSpPr>
            <a:xfrm>
              <a:off x="1748176" y="1534018"/>
              <a:ext cx="123043" cy="119865"/>
              <a:chOff x="1748176" y="1534018"/>
              <a:chExt cx="123043" cy="119865"/>
            </a:xfrm>
          </p:grpSpPr>
          <p:sp>
            <p:nvSpPr>
              <p:cNvPr id="748" name="Google Shape;748;p32"/>
              <p:cNvSpPr/>
              <p:nvPr/>
            </p:nvSpPr>
            <p:spPr>
              <a:xfrm>
                <a:off x="1789171" y="1534018"/>
                <a:ext cx="82048" cy="71705"/>
              </a:xfrm>
              <a:custGeom>
                <a:rect b="b" l="l" r="r" t="t"/>
                <a:pathLst>
                  <a:path extrusionOk="0" h="2482" w="2840">
                    <a:moveTo>
                      <a:pt x="1772" y="0"/>
                    </a:moveTo>
                    <a:cubicBezTo>
                      <a:pt x="1182" y="0"/>
                      <a:pt x="710" y="472"/>
                      <a:pt x="710" y="1062"/>
                    </a:cubicBezTo>
                    <a:lnTo>
                      <a:pt x="710" y="1420"/>
                    </a:lnTo>
                    <a:cubicBezTo>
                      <a:pt x="710" y="1612"/>
                      <a:pt x="550" y="1772"/>
                      <a:pt x="353" y="1772"/>
                    </a:cubicBezTo>
                    <a:lnTo>
                      <a:pt x="0" y="1772"/>
                    </a:lnTo>
                    <a:lnTo>
                      <a:pt x="0" y="2482"/>
                    </a:lnTo>
                    <a:lnTo>
                      <a:pt x="353" y="2482"/>
                    </a:lnTo>
                    <a:cubicBezTo>
                      <a:pt x="944" y="2482"/>
                      <a:pt x="1420" y="2006"/>
                      <a:pt x="1420" y="1415"/>
                    </a:cubicBezTo>
                    <a:lnTo>
                      <a:pt x="1420" y="1062"/>
                    </a:lnTo>
                    <a:cubicBezTo>
                      <a:pt x="1420" y="870"/>
                      <a:pt x="1580" y="710"/>
                      <a:pt x="1772" y="710"/>
                    </a:cubicBezTo>
                    <a:lnTo>
                      <a:pt x="2839" y="710"/>
                    </a:lnTo>
                    <a:lnTo>
                      <a:pt x="28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>
                <a:off x="1748176" y="1534018"/>
                <a:ext cx="41024" cy="20512"/>
              </a:xfrm>
              <a:custGeom>
                <a:rect b="b" l="l" r="r" t="t"/>
                <a:pathLst>
                  <a:path extrusionOk="0" h="710" w="1420">
                    <a:moveTo>
                      <a:pt x="0" y="0"/>
                    </a:moveTo>
                    <a:lnTo>
                      <a:pt x="0" y="710"/>
                    </a:lnTo>
                    <a:lnTo>
                      <a:pt x="1419" y="710"/>
                    </a:lnTo>
                    <a:lnTo>
                      <a:pt x="14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2"/>
              <p:cNvSpPr/>
              <p:nvPr/>
            </p:nvSpPr>
            <p:spPr>
              <a:xfrm>
                <a:off x="1761524" y="1623548"/>
                <a:ext cx="76096" cy="30334"/>
              </a:xfrm>
              <a:custGeom>
                <a:rect b="b" l="l" r="r" t="t"/>
                <a:pathLst>
                  <a:path extrusionOk="0" h="1050" w="2634">
                    <a:moveTo>
                      <a:pt x="1315" y="1"/>
                    </a:moveTo>
                    <a:cubicBezTo>
                      <a:pt x="811" y="1"/>
                      <a:pt x="348" y="198"/>
                      <a:pt x="1" y="546"/>
                    </a:cubicBezTo>
                    <a:lnTo>
                      <a:pt x="504" y="1049"/>
                    </a:lnTo>
                    <a:cubicBezTo>
                      <a:pt x="719" y="830"/>
                      <a:pt x="1008" y="711"/>
                      <a:pt x="1315" y="711"/>
                    </a:cubicBezTo>
                    <a:cubicBezTo>
                      <a:pt x="1626" y="711"/>
                      <a:pt x="1910" y="830"/>
                      <a:pt x="2130" y="1049"/>
                    </a:cubicBezTo>
                    <a:lnTo>
                      <a:pt x="2633" y="546"/>
                    </a:lnTo>
                    <a:cubicBezTo>
                      <a:pt x="2285" y="198"/>
                      <a:pt x="1814" y="1"/>
                      <a:pt x="13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1" name="Google Shape;751;p32"/>
            <p:cNvSpPr/>
            <p:nvPr/>
          </p:nvSpPr>
          <p:spPr>
            <a:xfrm>
              <a:off x="1644981" y="1348948"/>
              <a:ext cx="309152" cy="349511"/>
            </a:xfrm>
            <a:custGeom>
              <a:rect b="b" l="l" r="r" t="t"/>
              <a:pathLst>
                <a:path extrusionOk="0" h="12098" w="10701">
                  <a:moveTo>
                    <a:pt x="4282" y="710"/>
                  </a:moveTo>
                  <a:lnTo>
                    <a:pt x="4282" y="1072"/>
                  </a:lnTo>
                  <a:cubicBezTo>
                    <a:pt x="4282" y="1626"/>
                    <a:pt x="4730" y="2116"/>
                    <a:pt x="5280" y="2153"/>
                  </a:cubicBezTo>
                  <a:cubicBezTo>
                    <a:pt x="5299" y="2154"/>
                    <a:pt x="5318" y="2154"/>
                    <a:pt x="5337" y="2154"/>
                  </a:cubicBezTo>
                  <a:cubicBezTo>
                    <a:pt x="5925" y="2154"/>
                    <a:pt x="6402" y="1676"/>
                    <a:pt x="6402" y="1095"/>
                  </a:cubicBezTo>
                  <a:lnTo>
                    <a:pt x="6402" y="715"/>
                  </a:lnTo>
                  <a:lnTo>
                    <a:pt x="7111" y="715"/>
                  </a:lnTo>
                  <a:lnTo>
                    <a:pt x="7111" y="2157"/>
                  </a:lnTo>
                  <a:lnTo>
                    <a:pt x="8164" y="2157"/>
                  </a:lnTo>
                  <a:cubicBezTo>
                    <a:pt x="8348" y="2157"/>
                    <a:pt x="8508" y="2290"/>
                    <a:pt x="8526" y="2473"/>
                  </a:cubicBezTo>
                  <a:cubicBezTo>
                    <a:pt x="8549" y="2684"/>
                    <a:pt x="8384" y="2867"/>
                    <a:pt x="8169" y="2867"/>
                  </a:cubicBezTo>
                  <a:lnTo>
                    <a:pt x="7107" y="2867"/>
                  </a:lnTo>
                  <a:lnTo>
                    <a:pt x="7107" y="4286"/>
                  </a:lnTo>
                  <a:lnTo>
                    <a:pt x="6397" y="4286"/>
                  </a:lnTo>
                  <a:lnTo>
                    <a:pt x="6397" y="3943"/>
                  </a:lnTo>
                  <a:cubicBezTo>
                    <a:pt x="6397" y="3389"/>
                    <a:pt x="5944" y="2894"/>
                    <a:pt x="5394" y="2862"/>
                  </a:cubicBezTo>
                  <a:cubicBezTo>
                    <a:pt x="5373" y="2861"/>
                    <a:pt x="5352" y="2860"/>
                    <a:pt x="5330" y="2860"/>
                  </a:cubicBezTo>
                  <a:cubicBezTo>
                    <a:pt x="4746" y="2860"/>
                    <a:pt x="4273" y="3341"/>
                    <a:pt x="4273" y="3920"/>
                  </a:cubicBezTo>
                  <a:lnTo>
                    <a:pt x="4273" y="4277"/>
                  </a:lnTo>
                  <a:lnTo>
                    <a:pt x="3572" y="4277"/>
                  </a:lnTo>
                  <a:lnTo>
                    <a:pt x="3572" y="2858"/>
                  </a:lnTo>
                  <a:lnTo>
                    <a:pt x="2519" y="2858"/>
                  </a:lnTo>
                  <a:lnTo>
                    <a:pt x="2519" y="2862"/>
                  </a:lnTo>
                  <a:cubicBezTo>
                    <a:pt x="2336" y="2862"/>
                    <a:pt x="2176" y="2730"/>
                    <a:pt x="2157" y="2546"/>
                  </a:cubicBezTo>
                  <a:cubicBezTo>
                    <a:pt x="2134" y="2336"/>
                    <a:pt x="2299" y="2153"/>
                    <a:pt x="2510" y="2153"/>
                  </a:cubicBezTo>
                  <a:lnTo>
                    <a:pt x="3572" y="2153"/>
                  </a:lnTo>
                  <a:lnTo>
                    <a:pt x="3572" y="710"/>
                  </a:lnTo>
                  <a:close/>
                  <a:moveTo>
                    <a:pt x="9240" y="7116"/>
                  </a:moveTo>
                  <a:cubicBezTo>
                    <a:pt x="9648" y="7116"/>
                    <a:pt x="9982" y="7464"/>
                    <a:pt x="9945" y="7876"/>
                  </a:cubicBezTo>
                  <a:cubicBezTo>
                    <a:pt x="9918" y="8247"/>
                    <a:pt x="9598" y="8526"/>
                    <a:pt x="9227" y="8526"/>
                  </a:cubicBezTo>
                  <a:cubicBezTo>
                    <a:pt x="9236" y="8412"/>
                    <a:pt x="9240" y="8297"/>
                    <a:pt x="9240" y="8178"/>
                  </a:cubicBezTo>
                  <a:lnTo>
                    <a:pt x="9240" y="7116"/>
                  </a:lnTo>
                  <a:close/>
                  <a:moveTo>
                    <a:pt x="1448" y="7116"/>
                  </a:moveTo>
                  <a:lnTo>
                    <a:pt x="1448" y="8178"/>
                  </a:lnTo>
                  <a:cubicBezTo>
                    <a:pt x="1448" y="8297"/>
                    <a:pt x="1452" y="8421"/>
                    <a:pt x="1466" y="8535"/>
                  </a:cubicBezTo>
                  <a:cubicBezTo>
                    <a:pt x="1090" y="8535"/>
                    <a:pt x="770" y="8251"/>
                    <a:pt x="743" y="7880"/>
                  </a:cubicBezTo>
                  <a:cubicBezTo>
                    <a:pt x="710" y="7464"/>
                    <a:pt x="1036" y="7116"/>
                    <a:pt x="1448" y="7116"/>
                  </a:cubicBezTo>
                  <a:close/>
                  <a:moveTo>
                    <a:pt x="5343" y="3570"/>
                  </a:moveTo>
                  <a:cubicBezTo>
                    <a:pt x="5540" y="3570"/>
                    <a:pt x="5701" y="3727"/>
                    <a:pt x="5701" y="3925"/>
                  </a:cubicBezTo>
                  <a:lnTo>
                    <a:pt x="5701" y="4991"/>
                  </a:lnTo>
                  <a:lnTo>
                    <a:pt x="7821" y="4991"/>
                  </a:lnTo>
                  <a:lnTo>
                    <a:pt x="7821" y="4758"/>
                  </a:lnTo>
                  <a:cubicBezTo>
                    <a:pt x="8279" y="5316"/>
                    <a:pt x="8531" y="6017"/>
                    <a:pt x="8531" y="6763"/>
                  </a:cubicBezTo>
                  <a:lnTo>
                    <a:pt x="8531" y="8178"/>
                  </a:lnTo>
                  <a:cubicBezTo>
                    <a:pt x="8531" y="9955"/>
                    <a:pt x="7102" y="11388"/>
                    <a:pt x="5344" y="11388"/>
                  </a:cubicBezTo>
                  <a:cubicBezTo>
                    <a:pt x="3586" y="11388"/>
                    <a:pt x="2157" y="9945"/>
                    <a:pt x="2157" y="8178"/>
                  </a:cubicBezTo>
                  <a:lnTo>
                    <a:pt x="2157" y="6759"/>
                  </a:lnTo>
                  <a:cubicBezTo>
                    <a:pt x="2157" y="6017"/>
                    <a:pt x="2409" y="5312"/>
                    <a:pt x="2867" y="4749"/>
                  </a:cubicBezTo>
                  <a:lnTo>
                    <a:pt x="2867" y="4987"/>
                  </a:lnTo>
                  <a:lnTo>
                    <a:pt x="4991" y="4987"/>
                  </a:lnTo>
                  <a:lnTo>
                    <a:pt x="4991" y="3934"/>
                  </a:lnTo>
                  <a:cubicBezTo>
                    <a:pt x="4991" y="3751"/>
                    <a:pt x="5120" y="3590"/>
                    <a:pt x="5303" y="3572"/>
                  </a:cubicBezTo>
                  <a:cubicBezTo>
                    <a:pt x="5316" y="3571"/>
                    <a:pt x="5330" y="3570"/>
                    <a:pt x="5343" y="3570"/>
                  </a:cubicBezTo>
                  <a:close/>
                  <a:moveTo>
                    <a:pt x="2876" y="1"/>
                  </a:moveTo>
                  <a:lnTo>
                    <a:pt x="2876" y="1443"/>
                  </a:lnTo>
                  <a:lnTo>
                    <a:pt x="2542" y="1443"/>
                  </a:lnTo>
                  <a:cubicBezTo>
                    <a:pt x="1983" y="1443"/>
                    <a:pt x="1493" y="1896"/>
                    <a:pt x="1457" y="2446"/>
                  </a:cubicBezTo>
                  <a:cubicBezTo>
                    <a:pt x="1425" y="3055"/>
                    <a:pt x="1915" y="3567"/>
                    <a:pt x="2519" y="3567"/>
                  </a:cubicBezTo>
                  <a:lnTo>
                    <a:pt x="2872" y="3567"/>
                  </a:lnTo>
                  <a:lnTo>
                    <a:pt x="2872" y="3751"/>
                  </a:lnTo>
                  <a:cubicBezTo>
                    <a:pt x="2075" y="4405"/>
                    <a:pt x="1562" y="5358"/>
                    <a:pt x="1471" y="6397"/>
                  </a:cubicBezTo>
                  <a:lnTo>
                    <a:pt x="1452" y="6397"/>
                  </a:lnTo>
                  <a:cubicBezTo>
                    <a:pt x="646" y="6397"/>
                    <a:pt x="1" y="7075"/>
                    <a:pt x="37" y="7885"/>
                  </a:cubicBezTo>
                  <a:cubicBezTo>
                    <a:pt x="69" y="8650"/>
                    <a:pt x="710" y="9245"/>
                    <a:pt x="1466" y="9245"/>
                  </a:cubicBezTo>
                  <a:lnTo>
                    <a:pt x="1590" y="9245"/>
                  </a:lnTo>
                  <a:cubicBezTo>
                    <a:pt x="2052" y="10893"/>
                    <a:pt x="3558" y="12097"/>
                    <a:pt x="5344" y="12097"/>
                  </a:cubicBezTo>
                  <a:cubicBezTo>
                    <a:pt x="7130" y="12097"/>
                    <a:pt x="8636" y="10884"/>
                    <a:pt x="9098" y="9245"/>
                  </a:cubicBezTo>
                  <a:lnTo>
                    <a:pt x="9227" y="9245"/>
                  </a:lnTo>
                  <a:cubicBezTo>
                    <a:pt x="9987" y="9245"/>
                    <a:pt x="10628" y="8654"/>
                    <a:pt x="10660" y="7894"/>
                  </a:cubicBezTo>
                  <a:cubicBezTo>
                    <a:pt x="10701" y="7079"/>
                    <a:pt x="10051" y="6406"/>
                    <a:pt x="9250" y="6406"/>
                  </a:cubicBezTo>
                  <a:lnTo>
                    <a:pt x="9231" y="6406"/>
                  </a:lnTo>
                  <a:cubicBezTo>
                    <a:pt x="9140" y="5362"/>
                    <a:pt x="8622" y="4414"/>
                    <a:pt x="7830" y="3755"/>
                  </a:cubicBezTo>
                  <a:lnTo>
                    <a:pt x="7830" y="3572"/>
                  </a:lnTo>
                  <a:lnTo>
                    <a:pt x="8164" y="3572"/>
                  </a:lnTo>
                  <a:cubicBezTo>
                    <a:pt x="8723" y="3572"/>
                    <a:pt x="9213" y="3119"/>
                    <a:pt x="9250" y="2569"/>
                  </a:cubicBezTo>
                  <a:cubicBezTo>
                    <a:pt x="9282" y="1956"/>
                    <a:pt x="8792" y="1448"/>
                    <a:pt x="8187" y="1448"/>
                  </a:cubicBezTo>
                  <a:lnTo>
                    <a:pt x="7835" y="1448"/>
                  </a:lnTo>
                  <a:lnTo>
                    <a:pt x="7835" y="5"/>
                  </a:lnTo>
                  <a:lnTo>
                    <a:pt x="5710" y="5"/>
                  </a:lnTo>
                  <a:lnTo>
                    <a:pt x="5710" y="1081"/>
                  </a:lnTo>
                  <a:cubicBezTo>
                    <a:pt x="5710" y="1264"/>
                    <a:pt x="5578" y="1425"/>
                    <a:pt x="5394" y="1443"/>
                  </a:cubicBezTo>
                  <a:cubicBezTo>
                    <a:pt x="5381" y="1444"/>
                    <a:pt x="5368" y="1445"/>
                    <a:pt x="5355" y="1445"/>
                  </a:cubicBezTo>
                  <a:cubicBezTo>
                    <a:pt x="5162" y="1445"/>
                    <a:pt x="5001" y="1288"/>
                    <a:pt x="5001" y="1086"/>
                  </a:cubicBezTo>
                  <a:lnTo>
                    <a:pt x="5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2" name="Google Shape;752;p32"/>
          <p:cNvGrpSpPr/>
          <p:nvPr/>
        </p:nvGrpSpPr>
        <p:grpSpPr>
          <a:xfrm>
            <a:off x="6250011" y="1415920"/>
            <a:ext cx="466143" cy="436667"/>
            <a:chOff x="1624614" y="2587318"/>
            <a:chExt cx="349511" cy="327410"/>
          </a:xfrm>
        </p:grpSpPr>
        <p:sp>
          <p:nvSpPr>
            <p:cNvPr id="753" name="Google Shape;753;p32"/>
            <p:cNvSpPr/>
            <p:nvPr/>
          </p:nvSpPr>
          <p:spPr>
            <a:xfrm>
              <a:off x="1624614" y="2710014"/>
              <a:ext cx="349511" cy="204715"/>
            </a:xfrm>
            <a:custGeom>
              <a:rect b="b" l="l" r="r" t="t"/>
              <a:pathLst>
                <a:path extrusionOk="0" h="7086" w="12098">
                  <a:moveTo>
                    <a:pt x="1420" y="717"/>
                  </a:moveTo>
                  <a:cubicBezTo>
                    <a:pt x="1608" y="717"/>
                    <a:pt x="1786" y="790"/>
                    <a:pt x="1919" y="918"/>
                  </a:cubicBezTo>
                  <a:lnTo>
                    <a:pt x="4611" y="4260"/>
                  </a:lnTo>
                  <a:lnTo>
                    <a:pt x="11388" y="4260"/>
                  </a:lnTo>
                  <a:lnTo>
                    <a:pt x="11388" y="4970"/>
                  </a:lnTo>
                  <a:lnTo>
                    <a:pt x="4442" y="4970"/>
                  </a:lnTo>
                  <a:cubicBezTo>
                    <a:pt x="4332" y="4970"/>
                    <a:pt x="4231" y="4924"/>
                    <a:pt x="4163" y="4837"/>
                  </a:cubicBezTo>
                  <a:lnTo>
                    <a:pt x="1882" y="2022"/>
                  </a:lnTo>
                  <a:cubicBezTo>
                    <a:pt x="1694" y="2081"/>
                    <a:pt x="1598" y="2141"/>
                    <a:pt x="1417" y="2141"/>
                  </a:cubicBezTo>
                  <a:cubicBezTo>
                    <a:pt x="1405" y="2141"/>
                    <a:pt x="1392" y="2141"/>
                    <a:pt x="1379" y="2141"/>
                  </a:cubicBezTo>
                  <a:cubicBezTo>
                    <a:pt x="1095" y="2131"/>
                    <a:pt x="843" y="1948"/>
                    <a:pt x="752" y="1678"/>
                  </a:cubicBezTo>
                  <a:cubicBezTo>
                    <a:pt x="582" y="1174"/>
                    <a:pt x="948" y="717"/>
                    <a:pt x="1420" y="717"/>
                  </a:cubicBezTo>
                  <a:close/>
                  <a:moveTo>
                    <a:pt x="1408" y="0"/>
                  </a:moveTo>
                  <a:cubicBezTo>
                    <a:pt x="1382" y="0"/>
                    <a:pt x="1355" y="1"/>
                    <a:pt x="1328" y="2"/>
                  </a:cubicBezTo>
                  <a:cubicBezTo>
                    <a:pt x="582" y="53"/>
                    <a:pt x="1" y="675"/>
                    <a:pt x="5" y="1426"/>
                  </a:cubicBezTo>
                  <a:cubicBezTo>
                    <a:pt x="5" y="2209"/>
                    <a:pt x="642" y="2841"/>
                    <a:pt x="1420" y="2841"/>
                  </a:cubicBezTo>
                  <a:cubicBezTo>
                    <a:pt x="1489" y="2841"/>
                    <a:pt x="1562" y="2837"/>
                    <a:pt x="1631" y="2823"/>
                  </a:cubicBezTo>
                  <a:lnTo>
                    <a:pt x="3613" y="5272"/>
                  </a:lnTo>
                  <a:cubicBezTo>
                    <a:pt x="3778" y="5483"/>
                    <a:pt x="4016" y="5616"/>
                    <a:pt x="4277" y="5657"/>
                  </a:cubicBezTo>
                  <a:lnTo>
                    <a:pt x="4277" y="6376"/>
                  </a:lnTo>
                  <a:lnTo>
                    <a:pt x="3567" y="6376"/>
                  </a:lnTo>
                  <a:lnTo>
                    <a:pt x="3567" y="7085"/>
                  </a:lnTo>
                  <a:lnTo>
                    <a:pt x="4987" y="7085"/>
                  </a:lnTo>
                  <a:lnTo>
                    <a:pt x="4987" y="5666"/>
                  </a:lnTo>
                  <a:lnTo>
                    <a:pt x="10678" y="5666"/>
                  </a:lnTo>
                  <a:lnTo>
                    <a:pt x="10678" y="7085"/>
                  </a:lnTo>
                  <a:lnTo>
                    <a:pt x="12097" y="7085"/>
                  </a:lnTo>
                  <a:lnTo>
                    <a:pt x="12097" y="6376"/>
                  </a:lnTo>
                  <a:lnTo>
                    <a:pt x="11388" y="6376"/>
                  </a:lnTo>
                  <a:lnTo>
                    <a:pt x="11388" y="5666"/>
                  </a:lnTo>
                  <a:lnTo>
                    <a:pt x="12097" y="5666"/>
                  </a:lnTo>
                  <a:lnTo>
                    <a:pt x="12097" y="3546"/>
                  </a:lnTo>
                  <a:lnTo>
                    <a:pt x="4950" y="3546"/>
                  </a:lnTo>
                  <a:lnTo>
                    <a:pt x="2592" y="620"/>
                  </a:lnTo>
                  <a:cubicBezTo>
                    <a:pt x="2328" y="230"/>
                    <a:pt x="1883" y="0"/>
                    <a:pt x="14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1932437" y="2648825"/>
              <a:ext cx="20512" cy="122898"/>
            </a:xfrm>
            <a:custGeom>
              <a:rect b="b" l="l" r="r" t="t"/>
              <a:pathLst>
                <a:path extrusionOk="0" h="4254" w="710">
                  <a:moveTo>
                    <a:pt x="0" y="0"/>
                  </a:moveTo>
                  <a:lnTo>
                    <a:pt x="0" y="4254"/>
                  </a:lnTo>
                  <a:lnTo>
                    <a:pt x="710" y="4254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1768659" y="2587318"/>
              <a:ext cx="143294" cy="184405"/>
            </a:xfrm>
            <a:custGeom>
              <a:rect b="b" l="l" r="r" t="t"/>
              <a:pathLst>
                <a:path extrusionOk="0" h="6383" w="4960">
                  <a:moveTo>
                    <a:pt x="4250" y="1420"/>
                  </a:moveTo>
                  <a:lnTo>
                    <a:pt x="4250" y="2129"/>
                  </a:lnTo>
                  <a:lnTo>
                    <a:pt x="710" y="2129"/>
                  </a:lnTo>
                  <a:lnTo>
                    <a:pt x="710" y="1420"/>
                  </a:lnTo>
                  <a:close/>
                  <a:moveTo>
                    <a:pt x="4186" y="4964"/>
                  </a:moveTo>
                  <a:cubicBezTo>
                    <a:pt x="4085" y="5266"/>
                    <a:pt x="3847" y="5508"/>
                    <a:pt x="3540" y="5609"/>
                  </a:cubicBezTo>
                  <a:lnTo>
                    <a:pt x="3540" y="4964"/>
                  </a:lnTo>
                  <a:close/>
                  <a:moveTo>
                    <a:pt x="4250" y="2839"/>
                  </a:moveTo>
                  <a:lnTo>
                    <a:pt x="4250" y="4254"/>
                  </a:lnTo>
                  <a:lnTo>
                    <a:pt x="2830" y="4254"/>
                  </a:lnTo>
                  <a:lnTo>
                    <a:pt x="2830" y="5673"/>
                  </a:lnTo>
                  <a:lnTo>
                    <a:pt x="710" y="5673"/>
                  </a:lnTo>
                  <a:lnTo>
                    <a:pt x="710" y="2839"/>
                  </a:lnTo>
                  <a:close/>
                  <a:moveTo>
                    <a:pt x="710" y="0"/>
                  </a:moveTo>
                  <a:lnTo>
                    <a:pt x="710" y="710"/>
                  </a:lnTo>
                  <a:lnTo>
                    <a:pt x="1" y="710"/>
                  </a:lnTo>
                  <a:lnTo>
                    <a:pt x="1" y="6383"/>
                  </a:lnTo>
                  <a:lnTo>
                    <a:pt x="3187" y="6383"/>
                  </a:lnTo>
                  <a:cubicBezTo>
                    <a:pt x="4167" y="6383"/>
                    <a:pt x="4959" y="5586"/>
                    <a:pt x="4959" y="4606"/>
                  </a:cubicBezTo>
                  <a:lnTo>
                    <a:pt x="4959" y="710"/>
                  </a:lnTo>
                  <a:lnTo>
                    <a:pt x="4250" y="710"/>
                  </a:lnTo>
                  <a:lnTo>
                    <a:pt x="4250" y="0"/>
                  </a:lnTo>
                  <a:lnTo>
                    <a:pt x="3540" y="0"/>
                  </a:lnTo>
                  <a:lnTo>
                    <a:pt x="3540" y="710"/>
                  </a:lnTo>
                  <a:lnTo>
                    <a:pt x="2830" y="710"/>
                  </a:lnTo>
                  <a:lnTo>
                    <a:pt x="2830" y="0"/>
                  </a:lnTo>
                  <a:lnTo>
                    <a:pt x="2121" y="0"/>
                  </a:lnTo>
                  <a:lnTo>
                    <a:pt x="2121" y="710"/>
                  </a:lnTo>
                  <a:lnTo>
                    <a:pt x="1411" y="710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6" name="Google Shape;756;p32"/>
          <p:cNvGrpSpPr/>
          <p:nvPr/>
        </p:nvGrpSpPr>
        <p:grpSpPr>
          <a:xfrm>
            <a:off x="3592866" y="3060757"/>
            <a:ext cx="466143" cy="466143"/>
            <a:chOff x="2392481" y="2576456"/>
            <a:chExt cx="349511" cy="349511"/>
          </a:xfrm>
        </p:grpSpPr>
        <p:sp>
          <p:nvSpPr>
            <p:cNvPr id="757" name="Google Shape;757;p32"/>
            <p:cNvSpPr/>
            <p:nvPr/>
          </p:nvSpPr>
          <p:spPr>
            <a:xfrm>
              <a:off x="2392481" y="2576456"/>
              <a:ext cx="349511" cy="349511"/>
            </a:xfrm>
            <a:custGeom>
              <a:rect b="b" l="l" r="r" t="t"/>
              <a:pathLst>
                <a:path extrusionOk="0" h="12098" w="12098">
                  <a:moveTo>
                    <a:pt x="3920" y="6406"/>
                  </a:moveTo>
                  <a:cubicBezTo>
                    <a:pt x="3595" y="6832"/>
                    <a:pt x="3086" y="7116"/>
                    <a:pt x="2505" y="7116"/>
                  </a:cubicBezTo>
                  <a:cubicBezTo>
                    <a:pt x="1923" y="7116"/>
                    <a:pt x="1401" y="6832"/>
                    <a:pt x="1072" y="6406"/>
                  </a:cubicBezTo>
                  <a:close/>
                  <a:moveTo>
                    <a:pt x="8883" y="7812"/>
                  </a:moveTo>
                  <a:cubicBezTo>
                    <a:pt x="9075" y="7812"/>
                    <a:pt x="9235" y="7972"/>
                    <a:pt x="9235" y="8169"/>
                  </a:cubicBezTo>
                  <a:cubicBezTo>
                    <a:pt x="9235" y="8361"/>
                    <a:pt x="9075" y="8522"/>
                    <a:pt x="8883" y="8522"/>
                  </a:cubicBezTo>
                  <a:cubicBezTo>
                    <a:pt x="8686" y="8522"/>
                    <a:pt x="8526" y="8361"/>
                    <a:pt x="8526" y="8169"/>
                  </a:cubicBezTo>
                  <a:cubicBezTo>
                    <a:pt x="8526" y="7972"/>
                    <a:pt x="8686" y="7812"/>
                    <a:pt x="8883" y="7812"/>
                  </a:cubicBezTo>
                  <a:close/>
                  <a:moveTo>
                    <a:pt x="11387" y="711"/>
                  </a:moveTo>
                  <a:lnTo>
                    <a:pt x="11387" y="9969"/>
                  </a:lnTo>
                  <a:lnTo>
                    <a:pt x="9235" y="9969"/>
                  </a:lnTo>
                  <a:lnTo>
                    <a:pt x="9235" y="9176"/>
                  </a:lnTo>
                  <a:cubicBezTo>
                    <a:pt x="9666" y="9021"/>
                    <a:pt x="9968" y="8604"/>
                    <a:pt x="9945" y="8110"/>
                  </a:cubicBezTo>
                  <a:cubicBezTo>
                    <a:pt x="9918" y="7565"/>
                    <a:pt x="9474" y="7130"/>
                    <a:pt x="8929" y="7107"/>
                  </a:cubicBezTo>
                  <a:cubicBezTo>
                    <a:pt x="8915" y="7106"/>
                    <a:pt x="8901" y="7106"/>
                    <a:pt x="8888" y="7106"/>
                  </a:cubicBezTo>
                  <a:cubicBezTo>
                    <a:pt x="8298" y="7106"/>
                    <a:pt x="7825" y="7587"/>
                    <a:pt x="7825" y="8174"/>
                  </a:cubicBezTo>
                  <a:cubicBezTo>
                    <a:pt x="7825" y="8636"/>
                    <a:pt x="8123" y="9030"/>
                    <a:pt x="8535" y="9176"/>
                  </a:cubicBezTo>
                  <a:lnTo>
                    <a:pt x="8535" y="9969"/>
                  </a:lnTo>
                  <a:lnTo>
                    <a:pt x="6401" y="9969"/>
                  </a:lnTo>
                  <a:lnTo>
                    <a:pt x="6401" y="711"/>
                  </a:lnTo>
                  <a:close/>
                  <a:moveTo>
                    <a:pt x="5692" y="1"/>
                  </a:moveTo>
                  <a:lnTo>
                    <a:pt x="5692" y="10678"/>
                  </a:lnTo>
                  <a:lnTo>
                    <a:pt x="8526" y="10678"/>
                  </a:lnTo>
                  <a:lnTo>
                    <a:pt x="8526" y="11035"/>
                  </a:lnTo>
                  <a:cubicBezTo>
                    <a:pt x="8526" y="11228"/>
                    <a:pt x="8366" y="11388"/>
                    <a:pt x="8173" y="11388"/>
                  </a:cubicBezTo>
                  <a:lnTo>
                    <a:pt x="3210" y="11388"/>
                  </a:lnTo>
                  <a:cubicBezTo>
                    <a:pt x="3013" y="11388"/>
                    <a:pt x="2853" y="11228"/>
                    <a:pt x="2853" y="11035"/>
                  </a:cubicBezTo>
                  <a:lnTo>
                    <a:pt x="2853" y="7794"/>
                  </a:lnTo>
                  <a:cubicBezTo>
                    <a:pt x="4057" y="7624"/>
                    <a:pt x="4977" y="6585"/>
                    <a:pt x="4977" y="5340"/>
                  </a:cubicBezTo>
                  <a:lnTo>
                    <a:pt x="4977" y="3215"/>
                  </a:lnTo>
                  <a:cubicBezTo>
                    <a:pt x="4977" y="2625"/>
                    <a:pt x="4501" y="2153"/>
                    <a:pt x="3915" y="2153"/>
                  </a:cubicBezTo>
                  <a:lnTo>
                    <a:pt x="3558" y="2153"/>
                  </a:lnTo>
                  <a:lnTo>
                    <a:pt x="3558" y="2863"/>
                  </a:lnTo>
                  <a:lnTo>
                    <a:pt x="3915" y="2863"/>
                  </a:lnTo>
                  <a:cubicBezTo>
                    <a:pt x="4107" y="2863"/>
                    <a:pt x="4268" y="3023"/>
                    <a:pt x="4268" y="3215"/>
                  </a:cubicBezTo>
                  <a:lnTo>
                    <a:pt x="4268" y="5340"/>
                  </a:lnTo>
                  <a:cubicBezTo>
                    <a:pt x="4268" y="5459"/>
                    <a:pt x="4259" y="5582"/>
                    <a:pt x="4236" y="5697"/>
                  </a:cubicBezTo>
                  <a:lnTo>
                    <a:pt x="738" y="5697"/>
                  </a:lnTo>
                  <a:cubicBezTo>
                    <a:pt x="715" y="5582"/>
                    <a:pt x="706" y="5459"/>
                    <a:pt x="706" y="5340"/>
                  </a:cubicBezTo>
                  <a:lnTo>
                    <a:pt x="706" y="3215"/>
                  </a:lnTo>
                  <a:cubicBezTo>
                    <a:pt x="710" y="3018"/>
                    <a:pt x="870" y="2863"/>
                    <a:pt x="1063" y="2863"/>
                  </a:cubicBezTo>
                  <a:lnTo>
                    <a:pt x="1420" y="2863"/>
                  </a:lnTo>
                  <a:lnTo>
                    <a:pt x="1420" y="2153"/>
                  </a:lnTo>
                  <a:lnTo>
                    <a:pt x="1063" y="2153"/>
                  </a:lnTo>
                  <a:cubicBezTo>
                    <a:pt x="477" y="2153"/>
                    <a:pt x="0" y="2625"/>
                    <a:pt x="0" y="3215"/>
                  </a:cubicBezTo>
                  <a:lnTo>
                    <a:pt x="0" y="5340"/>
                  </a:lnTo>
                  <a:cubicBezTo>
                    <a:pt x="0" y="6585"/>
                    <a:pt x="939" y="7624"/>
                    <a:pt x="2152" y="7794"/>
                  </a:cubicBezTo>
                  <a:lnTo>
                    <a:pt x="2152" y="11035"/>
                  </a:lnTo>
                  <a:cubicBezTo>
                    <a:pt x="2152" y="11621"/>
                    <a:pt x="2624" y="12098"/>
                    <a:pt x="3215" y="12098"/>
                  </a:cubicBezTo>
                  <a:lnTo>
                    <a:pt x="8178" y="12098"/>
                  </a:lnTo>
                  <a:cubicBezTo>
                    <a:pt x="8768" y="12098"/>
                    <a:pt x="9240" y="11621"/>
                    <a:pt x="9240" y="11035"/>
                  </a:cubicBezTo>
                  <a:lnTo>
                    <a:pt x="9240" y="10678"/>
                  </a:lnTo>
                  <a:lnTo>
                    <a:pt x="12097" y="10678"/>
                  </a:lnTo>
                  <a:lnTo>
                    <a:pt x="120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2618285" y="2617884"/>
              <a:ext cx="61536" cy="61651"/>
            </a:xfrm>
            <a:custGeom>
              <a:rect b="b" l="l" r="r" t="t"/>
              <a:pathLst>
                <a:path extrusionOk="0" h="2134" w="2130">
                  <a:moveTo>
                    <a:pt x="710" y="0"/>
                  </a:moveTo>
                  <a:lnTo>
                    <a:pt x="710" y="710"/>
                  </a:lnTo>
                  <a:lnTo>
                    <a:pt x="0" y="710"/>
                  </a:lnTo>
                  <a:lnTo>
                    <a:pt x="0" y="1419"/>
                  </a:lnTo>
                  <a:lnTo>
                    <a:pt x="710" y="1419"/>
                  </a:lnTo>
                  <a:lnTo>
                    <a:pt x="710" y="2134"/>
                  </a:lnTo>
                  <a:lnTo>
                    <a:pt x="1419" y="2134"/>
                  </a:lnTo>
                  <a:lnTo>
                    <a:pt x="1419" y="1419"/>
                  </a:lnTo>
                  <a:lnTo>
                    <a:pt x="2129" y="1419"/>
                  </a:lnTo>
                  <a:lnTo>
                    <a:pt x="2129" y="710"/>
                  </a:lnTo>
                  <a:lnTo>
                    <a:pt x="1419" y="710"/>
                  </a:lnTo>
                  <a:lnTo>
                    <a:pt x="14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2"/>
            <p:cNvSpPr/>
            <p:nvPr/>
          </p:nvSpPr>
          <p:spPr>
            <a:xfrm>
              <a:off x="2598034" y="2700018"/>
              <a:ext cx="102935" cy="20541"/>
            </a:xfrm>
            <a:custGeom>
              <a:rect b="b" l="l" r="r" t="t"/>
              <a:pathLst>
                <a:path extrusionOk="0" h="711" w="3563">
                  <a:moveTo>
                    <a:pt x="1" y="0"/>
                  </a:moveTo>
                  <a:lnTo>
                    <a:pt x="1" y="710"/>
                  </a:lnTo>
                  <a:lnTo>
                    <a:pt x="3563" y="710"/>
                  </a:lnTo>
                  <a:lnTo>
                    <a:pt x="35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2598034" y="2741013"/>
              <a:ext cx="102935" cy="20541"/>
            </a:xfrm>
            <a:custGeom>
              <a:rect b="b" l="l" r="r" t="t"/>
              <a:pathLst>
                <a:path extrusionOk="0" h="711" w="3563">
                  <a:moveTo>
                    <a:pt x="1" y="1"/>
                  </a:moveTo>
                  <a:lnTo>
                    <a:pt x="1" y="710"/>
                  </a:lnTo>
                  <a:lnTo>
                    <a:pt x="3563" y="710"/>
                  </a:lnTo>
                  <a:lnTo>
                    <a:pt x="35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1" name="Google Shape;761;p32"/>
          <p:cNvGrpSpPr/>
          <p:nvPr/>
        </p:nvGrpSpPr>
        <p:grpSpPr>
          <a:xfrm>
            <a:off x="911018" y="3060674"/>
            <a:ext cx="466297" cy="466297"/>
            <a:chOff x="856371" y="3194326"/>
            <a:chExt cx="349627" cy="349627"/>
          </a:xfrm>
        </p:grpSpPr>
        <p:sp>
          <p:nvSpPr>
            <p:cNvPr id="762" name="Google Shape;762;p32"/>
            <p:cNvSpPr/>
            <p:nvPr/>
          </p:nvSpPr>
          <p:spPr>
            <a:xfrm>
              <a:off x="856371" y="3194326"/>
              <a:ext cx="349627" cy="349627"/>
            </a:xfrm>
            <a:custGeom>
              <a:rect b="b" l="l" r="r" t="t"/>
              <a:pathLst>
                <a:path extrusionOk="0" h="12102" w="12102">
                  <a:moveTo>
                    <a:pt x="6053" y="715"/>
                  </a:moveTo>
                  <a:cubicBezTo>
                    <a:pt x="8993" y="715"/>
                    <a:pt x="11392" y="3109"/>
                    <a:pt x="11392" y="6058"/>
                  </a:cubicBezTo>
                  <a:cubicBezTo>
                    <a:pt x="11392" y="8036"/>
                    <a:pt x="10297" y="9771"/>
                    <a:pt x="8686" y="10692"/>
                  </a:cubicBezTo>
                  <a:cubicBezTo>
                    <a:pt x="9034" y="10179"/>
                    <a:pt x="9240" y="9552"/>
                    <a:pt x="9240" y="8883"/>
                  </a:cubicBezTo>
                  <a:cubicBezTo>
                    <a:pt x="9240" y="7125"/>
                    <a:pt x="7807" y="5696"/>
                    <a:pt x="6053" y="5696"/>
                  </a:cubicBezTo>
                  <a:cubicBezTo>
                    <a:pt x="4684" y="5696"/>
                    <a:pt x="3572" y="4584"/>
                    <a:pt x="3572" y="3219"/>
                  </a:cubicBezTo>
                  <a:cubicBezTo>
                    <a:pt x="3572" y="1837"/>
                    <a:pt x="4684" y="715"/>
                    <a:pt x="6053" y="715"/>
                  </a:cubicBezTo>
                  <a:close/>
                  <a:moveTo>
                    <a:pt x="3411" y="1411"/>
                  </a:moveTo>
                  <a:lnTo>
                    <a:pt x="3411" y="1411"/>
                  </a:lnTo>
                  <a:cubicBezTo>
                    <a:pt x="3063" y="1924"/>
                    <a:pt x="2857" y="2546"/>
                    <a:pt x="2857" y="3219"/>
                  </a:cubicBezTo>
                  <a:cubicBezTo>
                    <a:pt x="2857" y="4973"/>
                    <a:pt x="4286" y="6406"/>
                    <a:pt x="6044" y="6406"/>
                  </a:cubicBezTo>
                  <a:cubicBezTo>
                    <a:pt x="7413" y="6406"/>
                    <a:pt x="8526" y="7514"/>
                    <a:pt x="8526" y="8883"/>
                  </a:cubicBezTo>
                  <a:cubicBezTo>
                    <a:pt x="8530" y="10261"/>
                    <a:pt x="7418" y="11392"/>
                    <a:pt x="6053" y="11392"/>
                  </a:cubicBezTo>
                  <a:cubicBezTo>
                    <a:pt x="3109" y="11392"/>
                    <a:pt x="710" y="8998"/>
                    <a:pt x="710" y="6049"/>
                  </a:cubicBezTo>
                  <a:cubicBezTo>
                    <a:pt x="710" y="4066"/>
                    <a:pt x="1800" y="2331"/>
                    <a:pt x="3411" y="1411"/>
                  </a:cubicBezTo>
                  <a:close/>
                  <a:moveTo>
                    <a:pt x="6053" y="1"/>
                  </a:moveTo>
                  <a:cubicBezTo>
                    <a:pt x="2720" y="1"/>
                    <a:pt x="0" y="2720"/>
                    <a:pt x="0" y="6049"/>
                  </a:cubicBezTo>
                  <a:cubicBezTo>
                    <a:pt x="0" y="9382"/>
                    <a:pt x="2720" y="12102"/>
                    <a:pt x="6053" y="12102"/>
                  </a:cubicBezTo>
                  <a:cubicBezTo>
                    <a:pt x="9382" y="12102"/>
                    <a:pt x="12101" y="9382"/>
                    <a:pt x="12101" y="6049"/>
                  </a:cubicBezTo>
                  <a:cubicBezTo>
                    <a:pt x="12097" y="2720"/>
                    <a:pt x="9382" y="1"/>
                    <a:pt x="6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2"/>
            <p:cNvSpPr/>
            <p:nvPr/>
          </p:nvSpPr>
          <p:spPr>
            <a:xfrm>
              <a:off x="969735" y="3404645"/>
              <a:ext cx="107817" cy="99382"/>
            </a:xfrm>
            <a:custGeom>
              <a:rect b="b" l="l" r="r" t="t"/>
              <a:pathLst>
                <a:path extrusionOk="0" h="3440" w="3732">
                  <a:moveTo>
                    <a:pt x="2614" y="710"/>
                  </a:moveTo>
                  <a:cubicBezTo>
                    <a:pt x="2875" y="710"/>
                    <a:pt x="3013" y="944"/>
                    <a:pt x="3013" y="1173"/>
                  </a:cubicBezTo>
                  <a:cubicBezTo>
                    <a:pt x="3022" y="1530"/>
                    <a:pt x="2646" y="1846"/>
                    <a:pt x="2028" y="2372"/>
                  </a:cubicBezTo>
                  <a:cubicBezTo>
                    <a:pt x="1978" y="2418"/>
                    <a:pt x="1923" y="2464"/>
                    <a:pt x="1864" y="2510"/>
                  </a:cubicBezTo>
                  <a:cubicBezTo>
                    <a:pt x="1809" y="2464"/>
                    <a:pt x="1754" y="2418"/>
                    <a:pt x="1699" y="2372"/>
                  </a:cubicBezTo>
                  <a:cubicBezTo>
                    <a:pt x="1044" y="1823"/>
                    <a:pt x="710" y="1516"/>
                    <a:pt x="710" y="1173"/>
                  </a:cubicBezTo>
                  <a:cubicBezTo>
                    <a:pt x="710" y="944"/>
                    <a:pt x="847" y="710"/>
                    <a:pt x="1108" y="710"/>
                  </a:cubicBezTo>
                  <a:cubicBezTo>
                    <a:pt x="1397" y="710"/>
                    <a:pt x="1516" y="1077"/>
                    <a:pt x="1520" y="1104"/>
                  </a:cubicBezTo>
                  <a:lnTo>
                    <a:pt x="1859" y="2427"/>
                  </a:lnTo>
                  <a:lnTo>
                    <a:pt x="2202" y="1104"/>
                  </a:lnTo>
                  <a:cubicBezTo>
                    <a:pt x="2212" y="1077"/>
                    <a:pt x="2326" y="710"/>
                    <a:pt x="2614" y="710"/>
                  </a:cubicBezTo>
                  <a:close/>
                  <a:moveTo>
                    <a:pt x="1108" y="1"/>
                  </a:moveTo>
                  <a:cubicBezTo>
                    <a:pt x="485" y="1"/>
                    <a:pt x="0" y="518"/>
                    <a:pt x="0" y="1173"/>
                  </a:cubicBezTo>
                  <a:cubicBezTo>
                    <a:pt x="0" y="1859"/>
                    <a:pt x="517" y="2304"/>
                    <a:pt x="1241" y="2908"/>
                  </a:cubicBezTo>
                  <a:cubicBezTo>
                    <a:pt x="1653" y="3251"/>
                    <a:pt x="1616" y="3228"/>
                    <a:pt x="1859" y="3439"/>
                  </a:cubicBezTo>
                  <a:cubicBezTo>
                    <a:pt x="2074" y="3251"/>
                    <a:pt x="2088" y="3242"/>
                    <a:pt x="2477" y="2908"/>
                  </a:cubicBezTo>
                  <a:cubicBezTo>
                    <a:pt x="3136" y="2354"/>
                    <a:pt x="3718" y="1891"/>
                    <a:pt x="3718" y="1173"/>
                  </a:cubicBezTo>
                  <a:cubicBezTo>
                    <a:pt x="3732" y="518"/>
                    <a:pt x="3242" y="1"/>
                    <a:pt x="2619" y="1"/>
                  </a:cubicBezTo>
                  <a:cubicBezTo>
                    <a:pt x="2294" y="1"/>
                    <a:pt x="2042" y="138"/>
                    <a:pt x="1864" y="321"/>
                  </a:cubicBezTo>
                  <a:cubicBezTo>
                    <a:pt x="1685" y="138"/>
                    <a:pt x="1433" y="1"/>
                    <a:pt x="1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2"/>
            <p:cNvSpPr/>
            <p:nvPr/>
          </p:nvSpPr>
          <p:spPr>
            <a:xfrm>
              <a:off x="979385" y="3235985"/>
              <a:ext cx="102935" cy="102935"/>
            </a:xfrm>
            <a:custGeom>
              <a:rect b="b" l="l" r="r" t="t"/>
              <a:pathLst>
                <a:path extrusionOk="0" h="3563" w="3563">
                  <a:moveTo>
                    <a:pt x="1795" y="1058"/>
                  </a:moveTo>
                  <a:cubicBezTo>
                    <a:pt x="2180" y="1058"/>
                    <a:pt x="2500" y="1379"/>
                    <a:pt x="2500" y="1768"/>
                  </a:cubicBezTo>
                  <a:cubicBezTo>
                    <a:pt x="2500" y="2157"/>
                    <a:pt x="2184" y="2478"/>
                    <a:pt x="1795" y="2478"/>
                  </a:cubicBezTo>
                  <a:cubicBezTo>
                    <a:pt x="1401" y="2478"/>
                    <a:pt x="1085" y="2157"/>
                    <a:pt x="1085" y="1768"/>
                  </a:cubicBezTo>
                  <a:cubicBezTo>
                    <a:pt x="1085" y="1379"/>
                    <a:pt x="1406" y="1058"/>
                    <a:pt x="1795" y="1058"/>
                  </a:cubicBezTo>
                  <a:close/>
                  <a:moveTo>
                    <a:pt x="1429" y="1"/>
                  </a:moveTo>
                  <a:lnTo>
                    <a:pt x="1429" y="404"/>
                  </a:lnTo>
                  <a:cubicBezTo>
                    <a:pt x="1296" y="436"/>
                    <a:pt x="1177" y="486"/>
                    <a:pt x="1063" y="555"/>
                  </a:cubicBezTo>
                  <a:lnTo>
                    <a:pt x="779" y="276"/>
                  </a:lnTo>
                  <a:lnTo>
                    <a:pt x="275" y="779"/>
                  </a:lnTo>
                  <a:lnTo>
                    <a:pt x="559" y="1058"/>
                  </a:lnTo>
                  <a:cubicBezTo>
                    <a:pt x="490" y="1173"/>
                    <a:pt x="435" y="1297"/>
                    <a:pt x="403" y="1425"/>
                  </a:cubicBezTo>
                  <a:lnTo>
                    <a:pt x="0" y="1425"/>
                  </a:lnTo>
                  <a:lnTo>
                    <a:pt x="0" y="2134"/>
                  </a:lnTo>
                  <a:lnTo>
                    <a:pt x="403" y="2134"/>
                  </a:lnTo>
                  <a:cubicBezTo>
                    <a:pt x="435" y="2267"/>
                    <a:pt x="490" y="2386"/>
                    <a:pt x="559" y="2501"/>
                  </a:cubicBezTo>
                  <a:lnTo>
                    <a:pt x="275" y="2785"/>
                  </a:lnTo>
                  <a:lnTo>
                    <a:pt x="779" y="3288"/>
                  </a:lnTo>
                  <a:lnTo>
                    <a:pt x="1063" y="3004"/>
                  </a:lnTo>
                  <a:cubicBezTo>
                    <a:pt x="1177" y="3073"/>
                    <a:pt x="1296" y="3128"/>
                    <a:pt x="1429" y="3160"/>
                  </a:cubicBezTo>
                  <a:lnTo>
                    <a:pt x="1429" y="3563"/>
                  </a:lnTo>
                  <a:lnTo>
                    <a:pt x="2139" y="3563"/>
                  </a:lnTo>
                  <a:lnTo>
                    <a:pt x="2139" y="3160"/>
                  </a:lnTo>
                  <a:cubicBezTo>
                    <a:pt x="2267" y="3128"/>
                    <a:pt x="2390" y="3073"/>
                    <a:pt x="2505" y="3004"/>
                  </a:cubicBezTo>
                  <a:lnTo>
                    <a:pt x="2784" y="3288"/>
                  </a:lnTo>
                  <a:lnTo>
                    <a:pt x="3288" y="2785"/>
                  </a:lnTo>
                  <a:lnTo>
                    <a:pt x="3008" y="2501"/>
                  </a:lnTo>
                  <a:cubicBezTo>
                    <a:pt x="3077" y="2386"/>
                    <a:pt x="3127" y="2267"/>
                    <a:pt x="3160" y="2134"/>
                  </a:cubicBezTo>
                  <a:lnTo>
                    <a:pt x="3562" y="2134"/>
                  </a:lnTo>
                  <a:lnTo>
                    <a:pt x="3562" y="1425"/>
                  </a:lnTo>
                  <a:lnTo>
                    <a:pt x="3160" y="1425"/>
                  </a:lnTo>
                  <a:cubicBezTo>
                    <a:pt x="3123" y="1297"/>
                    <a:pt x="3068" y="1168"/>
                    <a:pt x="3008" y="1058"/>
                  </a:cubicBezTo>
                  <a:lnTo>
                    <a:pt x="3288" y="779"/>
                  </a:lnTo>
                  <a:lnTo>
                    <a:pt x="2784" y="276"/>
                  </a:lnTo>
                  <a:lnTo>
                    <a:pt x="2505" y="555"/>
                  </a:lnTo>
                  <a:cubicBezTo>
                    <a:pt x="2390" y="486"/>
                    <a:pt x="2267" y="436"/>
                    <a:pt x="2139" y="404"/>
                  </a:cubicBezTo>
                  <a:lnTo>
                    <a:pt x="21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5" name="Google Shape;765;p32"/>
          <p:cNvGrpSpPr/>
          <p:nvPr/>
        </p:nvGrpSpPr>
        <p:grpSpPr>
          <a:xfrm>
            <a:off x="6249999" y="3075408"/>
            <a:ext cx="466143" cy="436821"/>
            <a:chOff x="1624614" y="3205449"/>
            <a:chExt cx="349511" cy="327526"/>
          </a:xfrm>
        </p:grpSpPr>
        <p:sp>
          <p:nvSpPr>
            <p:cNvPr id="766" name="Google Shape;766;p32"/>
            <p:cNvSpPr/>
            <p:nvPr/>
          </p:nvSpPr>
          <p:spPr>
            <a:xfrm>
              <a:off x="1624614" y="3205449"/>
              <a:ext cx="349511" cy="327526"/>
            </a:xfrm>
            <a:custGeom>
              <a:rect b="b" l="l" r="r" t="t"/>
              <a:pathLst>
                <a:path extrusionOk="0" h="11337" w="12098">
                  <a:moveTo>
                    <a:pt x="6049" y="705"/>
                  </a:moveTo>
                  <a:cubicBezTo>
                    <a:pt x="7839" y="705"/>
                    <a:pt x="9291" y="2184"/>
                    <a:pt x="9236" y="3984"/>
                  </a:cubicBezTo>
                  <a:cubicBezTo>
                    <a:pt x="9185" y="5710"/>
                    <a:pt x="7743" y="7079"/>
                    <a:pt x="6017" y="7079"/>
                  </a:cubicBezTo>
                  <a:lnTo>
                    <a:pt x="3957" y="7079"/>
                  </a:lnTo>
                  <a:lnTo>
                    <a:pt x="4346" y="6589"/>
                  </a:lnTo>
                  <a:cubicBezTo>
                    <a:pt x="4259" y="6483"/>
                    <a:pt x="2862" y="5664"/>
                    <a:pt x="2862" y="3887"/>
                  </a:cubicBezTo>
                  <a:cubicBezTo>
                    <a:pt x="2862" y="2134"/>
                    <a:pt x="4291" y="705"/>
                    <a:pt x="6049" y="705"/>
                  </a:cubicBezTo>
                  <a:close/>
                  <a:moveTo>
                    <a:pt x="9909" y="3343"/>
                  </a:moveTo>
                  <a:lnTo>
                    <a:pt x="9909" y="3343"/>
                  </a:lnTo>
                  <a:cubicBezTo>
                    <a:pt x="10811" y="3924"/>
                    <a:pt x="11388" y="4927"/>
                    <a:pt x="11388" y="6021"/>
                  </a:cubicBezTo>
                  <a:cubicBezTo>
                    <a:pt x="11388" y="6983"/>
                    <a:pt x="10948" y="7880"/>
                    <a:pt x="10183" y="8498"/>
                  </a:cubicBezTo>
                  <a:lnTo>
                    <a:pt x="9909" y="8722"/>
                  </a:lnTo>
                  <a:lnTo>
                    <a:pt x="10298" y="9212"/>
                  </a:lnTo>
                  <a:lnTo>
                    <a:pt x="8173" y="9212"/>
                  </a:lnTo>
                  <a:cubicBezTo>
                    <a:pt x="7098" y="9212"/>
                    <a:pt x="6109" y="8672"/>
                    <a:pt x="5522" y="7793"/>
                  </a:cubicBezTo>
                  <a:lnTo>
                    <a:pt x="6049" y="7793"/>
                  </a:lnTo>
                  <a:cubicBezTo>
                    <a:pt x="8201" y="7793"/>
                    <a:pt x="9945" y="6044"/>
                    <a:pt x="9945" y="3897"/>
                  </a:cubicBezTo>
                  <a:cubicBezTo>
                    <a:pt x="9945" y="3709"/>
                    <a:pt x="9936" y="3526"/>
                    <a:pt x="9909" y="3343"/>
                  </a:cubicBezTo>
                  <a:close/>
                  <a:moveTo>
                    <a:pt x="2235" y="4721"/>
                  </a:moveTo>
                  <a:cubicBezTo>
                    <a:pt x="2404" y="5467"/>
                    <a:pt x="2784" y="6145"/>
                    <a:pt x="3352" y="6689"/>
                  </a:cubicBezTo>
                  <a:lnTo>
                    <a:pt x="2473" y="7788"/>
                  </a:lnTo>
                  <a:lnTo>
                    <a:pt x="4698" y="7788"/>
                  </a:lnTo>
                  <a:cubicBezTo>
                    <a:pt x="5069" y="8521"/>
                    <a:pt x="5664" y="9107"/>
                    <a:pt x="6370" y="9473"/>
                  </a:cubicBezTo>
                  <a:cubicBezTo>
                    <a:pt x="5774" y="10206"/>
                    <a:pt x="4881" y="10627"/>
                    <a:pt x="3920" y="10627"/>
                  </a:cubicBezTo>
                  <a:lnTo>
                    <a:pt x="1795" y="10627"/>
                  </a:lnTo>
                  <a:lnTo>
                    <a:pt x="2185" y="10137"/>
                  </a:lnTo>
                  <a:cubicBezTo>
                    <a:pt x="2098" y="10032"/>
                    <a:pt x="701" y="9212"/>
                    <a:pt x="701" y="7436"/>
                  </a:cubicBezTo>
                  <a:cubicBezTo>
                    <a:pt x="701" y="6323"/>
                    <a:pt x="1292" y="5298"/>
                    <a:pt x="2235" y="4721"/>
                  </a:cubicBezTo>
                  <a:close/>
                  <a:moveTo>
                    <a:pt x="6049" y="0"/>
                  </a:moveTo>
                  <a:cubicBezTo>
                    <a:pt x="3897" y="0"/>
                    <a:pt x="2153" y="1749"/>
                    <a:pt x="2153" y="3897"/>
                  </a:cubicBezTo>
                  <a:lnTo>
                    <a:pt x="2153" y="3965"/>
                  </a:lnTo>
                  <a:cubicBezTo>
                    <a:pt x="834" y="4634"/>
                    <a:pt x="1" y="5966"/>
                    <a:pt x="1" y="7440"/>
                  </a:cubicBezTo>
                  <a:cubicBezTo>
                    <a:pt x="1" y="8498"/>
                    <a:pt x="436" y="9501"/>
                    <a:pt x="1209" y="10238"/>
                  </a:cubicBezTo>
                  <a:lnTo>
                    <a:pt x="326" y="11337"/>
                  </a:lnTo>
                  <a:lnTo>
                    <a:pt x="3920" y="11337"/>
                  </a:lnTo>
                  <a:cubicBezTo>
                    <a:pt x="5165" y="11337"/>
                    <a:pt x="6319" y="10755"/>
                    <a:pt x="7056" y="9757"/>
                  </a:cubicBezTo>
                  <a:cubicBezTo>
                    <a:pt x="7413" y="9867"/>
                    <a:pt x="7789" y="9922"/>
                    <a:pt x="8173" y="9922"/>
                  </a:cubicBezTo>
                  <a:lnTo>
                    <a:pt x="11772" y="9922"/>
                  </a:lnTo>
                  <a:lnTo>
                    <a:pt x="10893" y="8823"/>
                  </a:lnTo>
                  <a:cubicBezTo>
                    <a:pt x="11662" y="8086"/>
                    <a:pt x="12097" y="7083"/>
                    <a:pt x="12097" y="6026"/>
                  </a:cubicBezTo>
                  <a:cubicBezTo>
                    <a:pt x="12093" y="4441"/>
                    <a:pt x="11122" y="3017"/>
                    <a:pt x="9657" y="2413"/>
                  </a:cubicBezTo>
                  <a:cubicBezTo>
                    <a:pt x="9071" y="994"/>
                    <a:pt x="7674" y="0"/>
                    <a:pt x="60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1789171" y="3369053"/>
              <a:ext cx="20541" cy="20541"/>
            </a:xfrm>
            <a:custGeom>
              <a:rect b="b" l="l" r="r" t="t"/>
              <a:pathLst>
                <a:path extrusionOk="0" h="711" w="711">
                  <a:moveTo>
                    <a:pt x="0" y="1"/>
                  </a:moveTo>
                  <a:lnTo>
                    <a:pt x="0" y="711"/>
                  </a:lnTo>
                  <a:lnTo>
                    <a:pt x="710" y="711"/>
                  </a:lnTo>
                  <a:lnTo>
                    <a:pt x="7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1758346" y="3246270"/>
              <a:ext cx="83232" cy="102328"/>
            </a:xfrm>
            <a:custGeom>
              <a:rect b="b" l="l" r="r" t="t"/>
              <a:pathLst>
                <a:path extrusionOk="0" h="3542" w="2881">
                  <a:moveTo>
                    <a:pt x="1409" y="1"/>
                  </a:moveTo>
                  <a:cubicBezTo>
                    <a:pt x="633" y="1"/>
                    <a:pt x="1" y="639"/>
                    <a:pt x="1" y="1412"/>
                  </a:cubicBezTo>
                  <a:lnTo>
                    <a:pt x="710" y="1412"/>
                  </a:lnTo>
                  <a:cubicBezTo>
                    <a:pt x="710" y="1027"/>
                    <a:pt x="1027" y="711"/>
                    <a:pt x="1416" y="711"/>
                  </a:cubicBezTo>
                  <a:cubicBezTo>
                    <a:pt x="1430" y="711"/>
                    <a:pt x="1443" y="711"/>
                    <a:pt x="1457" y="712"/>
                  </a:cubicBezTo>
                  <a:cubicBezTo>
                    <a:pt x="1805" y="725"/>
                    <a:pt x="2088" y="1000"/>
                    <a:pt x="2125" y="1343"/>
                  </a:cubicBezTo>
                  <a:cubicBezTo>
                    <a:pt x="2153" y="1659"/>
                    <a:pt x="1974" y="1952"/>
                    <a:pt x="1690" y="2071"/>
                  </a:cubicBezTo>
                  <a:cubicBezTo>
                    <a:pt x="1310" y="2227"/>
                    <a:pt x="1067" y="2612"/>
                    <a:pt x="1067" y="3038"/>
                  </a:cubicBezTo>
                  <a:lnTo>
                    <a:pt x="1067" y="3541"/>
                  </a:lnTo>
                  <a:lnTo>
                    <a:pt x="1777" y="3541"/>
                  </a:lnTo>
                  <a:lnTo>
                    <a:pt x="1777" y="3038"/>
                  </a:lnTo>
                  <a:cubicBezTo>
                    <a:pt x="1777" y="2900"/>
                    <a:pt x="1850" y="2777"/>
                    <a:pt x="1965" y="2731"/>
                  </a:cubicBezTo>
                  <a:cubicBezTo>
                    <a:pt x="2523" y="2497"/>
                    <a:pt x="2881" y="1934"/>
                    <a:pt x="2835" y="1316"/>
                  </a:cubicBezTo>
                  <a:cubicBezTo>
                    <a:pt x="2784" y="597"/>
                    <a:pt x="2189" y="29"/>
                    <a:pt x="1466" y="2"/>
                  </a:cubicBezTo>
                  <a:cubicBezTo>
                    <a:pt x="1447" y="1"/>
                    <a:pt x="1428" y="1"/>
                    <a:pt x="1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3"/>
          <p:cNvSpPr/>
          <p:nvPr/>
        </p:nvSpPr>
        <p:spPr>
          <a:xfrm>
            <a:off x="1515525" y="2436599"/>
            <a:ext cx="791400" cy="7572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</a:t>
            </a:r>
            <a:endParaRPr sz="310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2844987" y="2436599"/>
            <a:ext cx="791400" cy="7572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</a:t>
            </a:r>
            <a:endParaRPr sz="310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75" name="Google Shape;775;p33"/>
          <p:cNvSpPr/>
          <p:nvPr/>
        </p:nvSpPr>
        <p:spPr>
          <a:xfrm>
            <a:off x="4174450" y="2436599"/>
            <a:ext cx="791400" cy="7572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  <a:endParaRPr sz="310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76" name="Google Shape;776;p33"/>
          <p:cNvSpPr/>
          <p:nvPr/>
        </p:nvSpPr>
        <p:spPr>
          <a:xfrm>
            <a:off x="5503912" y="2436599"/>
            <a:ext cx="791400" cy="7572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</a:t>
            </a:r>
            <a:endParaRPr sz="310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77" name="Google Shape;777;p33"/>
          <p:cNvSpPr txBox="1"/>
          <p:nvPr>
            <p:ph type="title"/>
          </p:nvPr>
        </p:nvSpPr>
        <p:spPr>
          <a:xfrm>
            <a:off x="1224550" y="314525"/>
            <a:ext cx="611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</a:t>
            </a:r>
            <a:r>
              <a:rPr lang="en">
                <a:solidFill>
                  <a:schemeClr val="lt1"/>
                </a:solidFill>
              </a:rPr>
              <a:t>Architecture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8" name="Google Shape;778;p33"/>
          <p:cNvSpPr txBox="1"/>
          <p:nvPr/>
        </p:nvSpPr>
        <p:spPr>
          <a:xfrm>
            <a:off x="757583" y="1256650"/>
            <a:ext cx="23073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Front-end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79" name="Google Shape;779;p33"/>
          <p:cNvSpPr txBox="1"/>
          <p:nvPr/>
        </p:nvSpPr>
        <p:spPr>
          <a:xfrm>
            <a:off x="757577" y="1568660"/>
            <a:ext cx="23073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 React based frontend interface used by clinicians to interact with the system</a:t>
            </a:r>
            <a:endParaRPr sz="12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80" name="Google Shape;780;p33"/>
          <p:cNvSpPr txBox="1"/>
          <p:nvPr/>
        </p:nvSpPr>
        <p:spPr>
          <a:xfrm>
            <a:off x="2086988" y="3490200"/>
            <a:ext cx="23037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Back-end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1" name="Google Shape;781;p33"/>
          <p:cNvSpPr txBox="1"/>
          <p:nvPr/>
        </p:nvSpPr>
        <p:spPr>
          <a:xfrm>
            <a:off x="2090662" y="3795969"/>
            <a:ext cx="23037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 Node.js backend service responsible for authentication, session management, and database access</a:t>
            </a:r>
            <a:endParaRPr sz="12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82" name="Google Shape;782;p33"/>
          <p:cNvSpPr txBox="1"/>
          <p:nvPr/>
        </p:nvSpPr>
        <p:spPr>
          <a:xfrm>
            <a:off x="3416150" y="1256650"/>
            <a:ext cx="230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JWT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3" name="Google Shape;783;p33"/>
          <p:cNvSpPr txBox="1"/>
          <p:nvPr/>
        </p:nvSpPr>
        <p:spPr>
          <a:xfrm>
            <a:off x="3419959" y="1568679"/>
            <a:ext cx="23034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Authentication and access control are enforced using JSON Web Tokens</a:t>
            </a:r>
            <a:endParaRPr sz="12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84" name="Google Shape;784;p33"/>
          <p:cNvSpPr txBox="1"/>
          <p:nvPr/>
        </p:nvSpPr>
        <p:spPr>
          <a:xfrm>
            <a:off x="4749850" y="3483800"/>
            <a:ext cx="22995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AI Inference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5" name="Google Shape;785;p33"/>
          <p:cNvSpPr txBox="1"/>
          <p:nvPr/>
        </p:nvSpPr>
        <p:spPr>
          <a:xfrm>
            <a:off x="4749849" y="3788647"/>
            <a:ext cx="22995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The AI inference service loads a serialized TF IDF vectorizer and trained Naive Baiyes machine learning model at startup</a:t>
            </a:r>
            <a:endParaRPr sz="12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86" name="Google Shape;786;p33"/>
          <p:cNvSpPr/>
          <p:nvPr/>
        </p:nvSpPr>
        <p:spPr>
          <a:xfrm>
            <a:off x="6833375" y="2436599"/>
            <a:ext cx="791400" cy="7572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</a:t>
            </a:r>
            <a:endParaRPr sz="3100">
              <a:solidFill>
                <a:schemeClr val="accent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7" name="Google Shape;787;p33"/>
          <p:cNvSpPr txBox="1"/>
          <p:nvPr/>
        </p:nvSpPr>
        <p:spPr>
          <a:xfrm>
            <a:off x="6079225" y="1256650"/>
            <a:ext cx="230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Results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8" name="Google Shape;788;p33"/>
          <p:cNvSpPr txBox="1"/>
          <p:nvPr/>
        </p:nvSpPr>
        <p:spPr>
          <a:xfrm>
            <a:off x="6083033" y="1568681"/>
            <a:ext cx="23034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The API returns the results from the Trained Model for the clinician</a:t>
            </a:r>
            <a:endParaRPr sz="12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789" name="Google Shape;789;p33"/>
          <p:cNvCxnSpPr>
            <a:stCxn id="773" idx="0"/>
            <a:endCxn id="774" idx="0"/>
          </p:cNvCxnSpPr>
          <p:nvPr/>
        </p:nvCxnSpPr>
        <p:spPr>
          <a:xfrm flipH="1" rot="-5400000">
            <a:off x="2575725" y="1772099"/>
            <a:ext cx="600" cy="1329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33"/>
          <p:cNvCxnSpPr>
            <a:stCxn id="774" idx="4"/>
            <a:endCxn id="775" idx="4"/>
          </p:cNvCxnSpPr>
          <p:nvPr/>
        </p:nvCxnSpPr>
        <p:spPr>
          <a:xfrm flipH="1" rot="-5400000">
            <a:off x="3905187" y="2529299"/>
            <a:ext cx="600" cy="1329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33"/>
          <p:cNvCxnSpPr>
            <a:stCxn id="775" idx="0"/>
            <a:endCxn id="776" idx="0"/>
          </p:cNvCxnSpPr>
          <p:nvPr/>
        </p:nvCxnSpPr>
        <p:spPr>
          <a:xfrm flipH="1" rot="-5400000">
            <a:off x="5234650" y="1772099"/>
            <a:ext cx="600" cy="13296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33"/>
          <p:cNvCxnSpPr>
            <a:stCxn id="776" idx="4"/>
            <a:endCxn id="786" idx="4"/>
          </p:cNvCxnSpPr>
          <p:nvPr/>
        </p:nvCxnSpPr>
        <p:spPr>
          <a:xfrm flipH="1" rot="-5400000">
            <a:off x="6564112" y="2529299"/>
            <a:ext cx="600" cy="13296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4"/>
          <p:cNvSpPr txBox="1"/>
          <p:nvPr/>
        </p:nvSpPr>
        <p:spPr>
          <a:xfrm>
            <a:off x="1515350" y="1181875"/>
            <a:ext cx="667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tamaran"/>
              <a:buAutoNum type="arabicParenR"/>
            </a:pPr>
            <a:r>
              <a:rPr lang="en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DAIC WOZ (Distress Analysis Interview Corpus), 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tamaran"/>
              <a:buAutoNum type="arabicParenR"/>
            </a:pPr>
            <a:r>
              <a:rPr lang="en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Publicly available labelled depression dataset on Kaggle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98" name="Google Shape;798;p34"/>
          <p:cNvSpPr txBox="1"/>
          <p:nvPr>
            <p:ph type="title"/>
          </p:nvPr>
        </p:nvSpPr>
        <p:spPr>
          <a:xfrm>
            <a:off x="1589950" y="390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 Sources</a:t>
            </a:r>
            <a:endParaRPr sz="3100"/>
          </a:p>
        </p:txBody>
      </p:sp>
      <p:pic>
        <p:nvPicPr>
          <p:cNvPr id="799" name="Google Shape;7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350" y="1754575"/>
            <a:ext cx="6113299" cy="29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5"/>
          <p:cNvSpPr txBox="1"/>
          <p:nvPr>
            <p:ph type="title"/>
          </p:nvPr>
        </p:nvSpPr>
        <p:spPr>
          <a:xfrm>
            <a:off x="556875" y="488525"/>
            <a:ext cx="873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Text Preprocessing &amp; Feature Extraction</a:t>
            </a:r>
            <a:endParaRPr sz="3000"/>
          </a:p>
        </p:txBody>
      </p:sp>
      <p:sp>
        <p:nvSpPr>
          <p:cNvPr id="805" name="Google Shape;805;p35"/>
          <p:cNvSpPr txBox="1"/>
          <p:nvPr>
            <p:ph idx="2" type="subTitle"/>
          </p:nvPr>
        </p:nvSpPr>
        <p:spPr>
          <a:xfrm>
            <a:off x="-46625" y="1776900"/>
            <a:ext cx="23367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Casing</a:t>
            </a:r>
            <a:endParaRPr/>
          </a:p>
        </p:txBody>
      </p:sp>
      <p:sp>
        <p:nvSpPr>
          <p:cNvPr id="806" name="Google Shape;806;p35"/>
          <p:cNvSpPr txBox="1"/>
          <p:nvPr>
            <p:ph idx="3" type="subTitle"/>
          </p:nvPr>
        </p:nvSpPr>
        <p:spPr>
          <a:xfrm>
            <a:off x="2780948" y="1776900"/>
            <a:ext cx="2336700" cy="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Stop Word Removal</a:t>
            </a:r>
            <a:endParaRPr/>
          </a:p>
        </p:txBody>
      </p:sp>
      <p:sp>
        <p:nvSpPr>
          <p:cNvPr id="807" name="Google Shape;807;p35"/>
          <p:cNvSpPr txBox="1"/>
          <p:nvPr>
            <p:ph idx="4" type="subTitle"/>
          </p:nvPr>
        </p:nvSpPr>
        <p:spPr>
          <a:xfrm>
            <a:off x="5798722" y="1776900"/>
            <a:ext cx="2336700" cy="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Stemming using NLTK</a:t>
            </a:r>
            <a:endParaRPr/>
          </a:p>
        </p:txBody>
      </p:sp>
      <p:sp>
        <p:nvSpPr>
          <p:cNvPr id="808" name="Google Shape;808;p35"/>
          <p:cNvSpPr txBox="1"/>
          <p:nvPr/>
        </p:nvSpPr>
        <p:spPr>
          <a:xfrm>
            <a:off x="720003" y="1227000"/>
            <a:ext cx="994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200">
                <a:solidFill>
                  <a:srgbClr val="FF707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i="1" sz="3200">
              <a:solidFill>
                <a:srgbClr val="FF707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09" name="Google Shape;809;p35"/>
          <p:cNvSpPr txBox="1"/>
          <p:nvPr/>
        </p:nvSpPr>
        <p:spPr>
          <a:xfrm>
            <a:off x="3547303" y="1227000"/>
            <a:ext cx="994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200">
                <a:solidFill>
                  <a:srgbClr val="FF707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i="1" sz="3200">
              <a:solidFill>
                <a:srgbClr val="FF707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10" name="Google Shape;810;p35"/>
          <p:cNvSpPr txBox="1"/>
          <p:nvPr/>
        </p:nvSpPr>
        <p:spPr>
          <a:xfrm>
            <a:off x="6469978" y="1227000"/>
            <a:ext cx="994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200">
                <a:solidFill>
                  <a:srgbClr val="FF707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i="1" sz="3200">
              <a:solidFill>
                <a:srgbClr val="FF707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11" name="Google Shape;811;p35"/>
          <p:cNvSpPr txBox="1"/>
          <p:nvPr/>
        </p:nvSpPr>
        <p:spPr>
          <a:xfrm>
            <a:off x="1295878" y="2513100"/>
            <a:ext cx="9942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200">
                <a:solidFill>
                  <a:srgbClr val="FF707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i="1" sz="3200">
              <a:solidFill>
                <a:srgbClr val="FF707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12" name="Google Shape;812;p35"/>
          <p:cNvSpPr txBox="1"/>
          <p:nvPr/>
        </p:nvSpPr>
        <p:spPr>
          <a:xfrm>
            <a:off x="1904475" y="2628600"/>
            <a:ext cx="6036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Text -&gt; numerical representations using TF IDF. </a:t>
            </a:r>
            <a:br>
              <a:rPr lang="en">
                <a:latin typeface="Catamaran"/>
                <a:ea typeface="Catamaran"/>
                <a:cs typeface="Catamaran"/>
                <a:sym typeface="Catamaran"/>
              </a:rPr>
            </a:b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●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Why TF-IDF? 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Transparency 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Ease of interpretation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Lower risk of hallucination compared to generative models 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atamaran"/>
              <a:buChar char="○"/>
            </a:pPr>
            <a:r>
              <a:rPr lang="en">
                <a:latin typeface="Catamaran"/>
                <a:ea typeface="Catamaran"/>
                <a:cs typeface="Catamaran"/>
                <a:sym typeface="Catamaran"/>
              </a:rPr>
              <a:t>Compatibility with classical machine learning classifiers.</a:t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Training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8" name="Google Shape;818;p36"/>
          <p:cNvSpPr txBox="1"/>
          <p:nvPr>
            <p:ph idx="1" type="body"/>
          </p:nvPr>
        </p:nvSpPr>
        <p:spPr>
          <a:xfrm>
            <a:off x="720000" y="1085038"/>
            <a:ext cx="7704000" cy="3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classical machine learning models were evaluated during experimentation, including</a:t>
            </a:r>
            <a:endParaRPr/>
          </a:p>
        </p:txBody>
      </p:sp>
      <p:graphicFrame>
        <p:nvGraphicFramePr>
          <p:cNvPr id="819" name="Google Shape;819;p36"/>
          <p:cNvGraphicFramePr/>
          <p:nvPr/>
        </p:nvGraphicFramePr>
        <p:xfrm>
          <a:off x="3023538" y="17583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{571F7816-1438-4ADC-AFBC-E47FF58D2FA3}</a:tableStyleId>
              </a:tblPr>
              <a:tblGrid>
                <a:gridCol w="3096900"/>
              </a:tblGrid>
              <a:tr h="42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Naive Bayes</a:t>
                      </a:r>
                      <a:endParaRPr sz="2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Decision Trees</a:t>
                      </a:r>
                      <a:endParaRPr sz="2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Random Forests</a:t>
                      </a:r>
                      <a:endParaRPr sz="2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K Nearest Neighbors</a:t>
                      </a:r>
                      <a:endParaRPr sz="2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Gradient Boosting</a:t>
                      </a:r>
                      <a:endParaRPr sz="2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7"/>
          <p:cNvSpPr txBox="1"/>
          <p:nvPr>
            <p:ph type="title"/>
          </p:nvPr>
        </p:nvSpPr>
        <p:spPr>
          <a:xfrm>
            <a:off x="796125" y="1271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Selection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5" name="Google Shape;825;p37"/>
          <p:cNvSpPr txBox="1"/>
          <p:nvPr>
            <p:ph idx="1" type="body"/>
          </p:nvPr>
        </p:nvSpPr>
        <p:spPr>
          <a:xfrm>
            <a:off x="720000" y="2259500"/>
            <a:ext cx="7704000" cy="16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 selected </a:t>
            </a:r>
            <a:r>
              <a:rPr b="1" lang="en" sz="1600"/>
              <a:t>Naive Bayes</a:t>
            </a:r>
            <a:r>
              <a:rPr lang="en" sz="1500"/>
              <a:t> model as the final one which is a trade off between performance and system level safety requirements. 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Rather than optimizing for maximum accuracy alone, preference was given to models whose behavior could be more easily reasoned about by system designers and clinicians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Model Evaluation</a:t>
            </a:r>
            <a:endParaRPr/>
          </a:p>
        </p:txBody>
      </p:sp>
      <p:sp>
        <p:nvSpPr>
          <p:cNvPr id="831" name="Google Shape;831;p38"/>
          <p:cNvSpPr/>
          <p:nvPr/>
        </p:nvSpPr>
        <p:spPr>
          <a:xfrm>
            <a:off x="832650" y="1629351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8"/>
          <p:cNvSpPr/>
          <p:nvPr/>
        </p:nvSpPr>
        <p:spPr>
          <a:xfrm>
            <a:off x="1970694" y="1629351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8"/>
          <p:cNvSpPr/>
          <p:nvPr/>
        </p:nvSpPr>
        <p:spPr>
          <a:xfrm>
            <a:off x="832650" y="2880022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8"/>
          <p:cNvSpPr/>
          <p:nvPr/>
        </p:nvSpPr>
        <p:spPr>
          <a:xfrm>
            <a:off x="1970694" y="2880022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5" name="Google Shape;835;p38"/>
          <p:cNvCxnSpPr>
            <a:stCxn id="832" idx="4"/>
            <a:endCxn id="833" idx="0"/>
          </p:cNvCxnSpPr>
          <p:nvPr/>
        </p:nvCxnSpPr>
        <p:spPr>
          <a:xfrm rot="5400000">
            <a:off x="1521144" y="2055501"/>
            <a:ext cx="511200" cy="11379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38"/>
          <p:cNvCxnSpPr>
            <a:stCxn id="831" idx="0"/>
            <a:endCxn id="832" idx="0"/>
          </p:cNvCxnSpPr>
          <p:nvPr/>
        </p:nvCxnSpPr>
        <p:spPr>
          <a:xfrm flipH="1" rot="-5400000">
            <a:off x="1776300" y="1060701"/>
            <a:ext cx="600" cy="1137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38"/>
          <p:cNvCxnSpPr>
            <a:stCxn id="833" idx="4"/>
            <a:endCxn id="834" idx="4"/>
          </p:cNvCxnSpPr>
          <p:nvPr/>
        </p:nvCxnSpPr>
        <p:spPr>
          <a:xfrm flipH="1" rot="-5400000">
            <a:off x="1776300" y="3050872"/>
            <a:ext cx="600" cy="11379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838" name="Google Shape;838;p38"/>
          <p:cNvGrpSpPr/>
          <p:nvPr/>
        </p:nvGrpSpPr>
        <p:grpSpPr>
          <a:xfrm>
            <a:off x="1044213" y="3077855"/>
            <a:ext cx="327294" cy="344059"/>
            <a:chOff x="7156529" y="1968003"/>
            <a:chExt cx="327786" cy="349511"/>
          </a:xfrm>
        </p:grpSpPr>
        <p:sp>
          <p:nvSpPr>
            <p:cNvPr id="839" name="Google Shape;839;p38"/>
            <p:cNvSpPr/>
            <p:nvPr/>
          </p:nvSpPr>
          <p:spPr>
            <a:xfrm>
              <a:off x="7156529" y="1968003"/>
              <a:ext cx="327786" cy="349511"/>
            </a:xfrm>
            <a:custGeom>
              <a:rect b="b" l="l" r="r" t="t"/>
              <a:pathLst>
                <a:path extrusionOk="0" h="12098" w="11346">
                  <a:moveTo>
                    <a:pt x="6744" y="710"/>
                  </a:moveTo>
                  <a:cubicBezTo>
                    <a:pt x="6937" y="710"/>
                    <a:pt x="7097" y="870"/>
                    <a:pt x="7097" y="1063"/>
                  </a:cubicBezTo>
                  <a:lnTo>
                    <a:pt x="7097" y="2152"/>
                  </a:lnTo>
                  <a:lnTo>
                    <a:pt x="723" y="2152"/>
                  </a:lnTo>
                  <a:lnTo>
                    <a:pt x="723" y="1063"/>
                  </a:lnTo>
                  <a:cubicBezTo>
                    <a:pt x="714" y="866"/>
                    <a:pt x="875" y="710"/>
                    <a:pt x="1071" y="710"/>
                  </a:cubicBezTo>
                  <a:close/>
                  <a:moveTo>
                    <a:pt x="6387" y="2858"/>
                  </a:moveTo>
                  <a:lnTo>
                    <a:pt x="6387" y="3567"/>
                  </a:lnTo>
                  <a:lnTo>
                    <a:pt x="1424" y="3567"/>
                  </a:lnTo>
                  <a:lnTo>
                    <a:pt x="1424" y="2858"/>
                  </a:lnTo>
                  <a:close/>
                  <a:moveTo>
                    <a:pt x="2134" y="6429"/>
                  </a:moveTo>
                  <a:lnTo>
                    <a:pt x="2134" y="9258"/>
                  </a:lnTo>
                  <a:lnTo>
                    <a:pt x="714" y="9258"/>
                  </a:lnTo>
                  <a:lnTo>
                    <a:pt x="714" y="6429"/>
                  </a:lnTo>
                  <a:close/>
                  <a:moveTo>
                    <a:pt x="6744" y="4268"/>
                  </a:moveTo>
                  <a:cubicBezTo>
                    <a:pt x="6937" y="4268"/>
                    <a:pt x="7097" y="4428"/>
                    <a:pt x="7097" y="4625"/>
                  </a:cubicBezTo>
                  <a:lnTo>
                    <a:pt x="7097" y="5710"/>
                  </a:lnTo>
                  <a:lnTo>
                    <a:pt x="4464" y="5710"/>
                  </a:lnTo>
                  <a:lnTo>
                    <a:pt x="3548" y="6626"/>
                  </a:lnTo>
                  <a:lnTo>
                    <a:pt x="3548" y="11172"/>
                  </a:lnTo>
                  <a:lnTo>
                    <a:pt x="3754" y="11378"/>
                  </a:lnTo>
                  <a:lnTo>
                    <a:pt x="1071" y="11383"/>
                  </a:lnTo>
                  <a:cubicBezTo>
                    <a:pt x="875" y="11383"/>
                    <a:pt x="714" y="11223"/>
                    <a:pt x="714" y="11030"/>
                  </a:cubicBezTo>
                  <a:lnTo>
                    <a:pt x="714" y="9963"/>
                  </a:lnTo>
                  <a:lnTo>
                    <a:pt x="2839" y="9963"/>
                  </a:lnTo>
                  <a:lnTo>
                    <a:pt x="2839" y="5710"/>
                  </a:lnTo>
                  <a:lnTo>
                    <a:pt x="714" y="5710"/>
                  </a:lnTo>
                  <a:lnTo>
                    <a:pt x="714" y="4625"/>
                  </a:lnTo>
                  <a:cubicBezTo>
                    <a:pt x="714" y="4428"/>
                    <a:pt x="875" y="4268"/>
                    <a:pt x="1071" y="4268"/>
                  </a:cubicBezTo>
                  <a:close/>
                  <a:moveTo>
                    <a:pt x="10137" y="6420"/>
                  </a:moveTo>
                  <a:lnTo>
                    <a:pt x="10641" y="6923"/>
                  </a:lnTo>
                  <a:lnTo>
                    <a:pt x="10641" y="10884"/>
                  </a:lnTo>
                  <a:lnTo>
                    <a:pt x="10137" y="11387"/>
                  </a:lnTo>
                  <a:lnTo>
                    <a:pt x="4762" y="11387"/>
                  </a:lnTo>
                  <a:lnTo>
                    <a:pt x="4258" y="10884"/>
                  </a:lnTo>
                  <a:lnTo>
                    <a:pt x="4258" y="6923"/>
                  </a:lnTo>
                  <a:lnTo>
                    <a:pt x="4762" y="6420"/>
                  </a:lnTo>
                  <a:close/>
                  <a:moveTo>
                    <a:pt x="1067" y="0"/>
                  </a:moveTo>
                  <a:cubicBezTo>
                    <a:pt x="476" y="0"/>
                    <a:pt x="0" y="477"/>
                    <a:pt x="0" y="1063"/>
                  </a:cubicBezTo>
                  <a:lnTo>
                    <a:pt x="0" y="2862"/>
                  </a:lnTo>
                  <a:lnTo>
                    <a:pt x="710" y="2862"/>
                  </a:lnTo>
                  <a:lnTo>
                    <a:pt x="710" y="3627"/>
                  </a:lnTo>
                  <a:cubicBezTo>
                    <a:pt x="298" y="3778"/>
                    <a:pt x="0" y="4167"/>
                    <a:pt x="0" y="4629"/>
                  </a:cubicBezTo>
                  <a:lnTo>
                    <a:pt x="0" y="11035"/>
                  </a:lnTo>
                  <a:cubicBezTo>
                    <a:pt x="0" y="11621"/>
                    <a:pt x="476" y="12097"/>
                    <a:pt x="1067" y="12097"/>
                  </a:cubicBezTo>
                  <a:lnTo>
                    <a:pt x="10421" y="12097"/>
                  </a:lnTo>
                  <a:lnTo>
                    <a:pt x="11337" y="11181"/>
                  </a:lnTo>
                  <a:lnTo>
                    <a:pt x="11337" y="6635"/>
                  </a:lnTo>
                  <a:lnTo>
                    <a:pt x="11346" y="6635"/>
                  </a:lnTo>
                  <a:lnTo>
                    <a:pt x="10430" y="5719"/>
                  </a:lnTo>
                  <a:lnTo>
                    <a:pt x="7802" y="5719"/>
                  </a:lnTo>
                  <a:lnTo>
                    <a:pt x="7802" y="4629"/>
                  </a:lnTo>
                  <a:cubicBezTo>
                    <a:pt x="7802" y="4167"/>
                    <a:pt x="7504" y="3773"/>
                    <a:pt x="7092" y="3627"/>
                  </a:cubicBezTo>
                  <a:lnTo>
                    <a:pt x="7092" y="2862"/>
                  </a:lnTo>
                  <a:lnTo>
                    <a:pt x="7802" y="2862"/>
                  </a:lnTo>
                  <a:lnTo>
                    <a:pt x="7802" y="1063"/>
                  </a:lnTo>
                  <a:cubicBezTo>
                    <a:pt x="7802" y="477"/>
                    <a:pt x="7326" y="0"/>
                    <a:pt x="6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7300026" y="2173960"/>
              <a:ext cx="20541" cy="41024"/>
            </a:xfrm>
            <a:custGeom>
              <a:rect b="b" l="l" r="r" t="t"/>
              <a:pathLst>
                <a:path extrusionOk="0" h="1420" w="711">
                  <a:moveTo>
                    <a:pt x="1" y="0"/>
                  </a:moveTo>
                  <a:lnTo>
                    <a:pt x="1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300026" y="2235467"/>
              <a:ext cx="20541" cy="40908"/>
            </a:xfrm>
            <a:custGeom>
              <a:rect b="b" l="l" r="r" t="t"/>
              <a:pathLst>
                <a:path extrusionOk="0" h="1416" w="711">
                  <a:moveTo>
                    <a:pt x="1" y="0"/>
                  </a:moveTo>
                  <a:lnTo>
                    <a:pt x="1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341049" y="2235467"/>
              <a:ext cx="20512" cy="40908"/>
            </a:xfrm>
            <a:custGeom>
              <a:rect b="b" l="l" r="r" t="t"/>
              <a:pathLst>
                <a:path extrusionOk="0" h="1416" w="710">
                  <a:moveTo>
                    <a:pt x="0" y="0"/>
                  </a:moveTo>
                  <a:lnTo>
                    <a:pt x="0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381900" y="2173960"/>
              <a:ext cx="20541" cy="41024"/>
            </a:xfrm>
            <a:custGeom>
              <a:rect b="b" l="l" r="r" t="t"/>
              <a:pathLst>
                <a:path extrusionOk="0" h="1420" w="711">
                  <a:moveTo>
                    <a:pt x="1" y="0"/>
                  </a:moveTo>
                  <a:lnTo>
                    <a:pt x="1" y="1420"/>
                  </a:lnTo>
                  <a:lnTo>
                    <a:pt x="711" y="142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341049" y="2173960"/>
              <a:ext cx="20512" cy="41024"/>
            </a:xfrm>
            <a:custGeom>
              <a:rect b="b" l="l" r="r" t="t"/>
              <a:pathLst>
                <a:path extrusionOk="0" h="1420" w="710">
                  <a:moveTo>
                    <a:pt x="0" y="0"/>
                  </a:moveTo>
                  <a:lnTo>
                    <a:pt x="0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381900" y="2235467"/>
              <a:ext cx="20541" cy="40908"/>
            </a:xfrm>
            <a:custGeom>
              <a:rect b="b" l="l" r="r" t="t"/>
              <a:pathLst>
                <a:path extrusionOk="0" h="1416" w="711">
                  <a:moveTo>
                    <a:pt x="1" y="0"/>
                  </a:moveTo>
                  <a:lnTo>
                    <a:pt x="1" y="1415"/>
                  </a:lnTo>
                  <a:lnTo>
                    <a:pt x="711" y="141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7422924" y="2173960"/>
              <a:ext cx="20512" cy="41024"/>
            </a:xfrm>
            <a:custGeom>
              <a:rect b="b" l="l" r="r" t="t"/>
              <a:pathLst>
                <a:path extrusionOk="0" h="1420" w="710">
                  <a:moveTo>
                    <a:pt x="0" y="0"/>
                  </a:moveTo>
                  <a:lnTo>
                    <a:pt x="0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7422924" y="2235467"/>
              <a:ext cx="20512" cy="40908"/>
            </a:xfrm>
            <a:custGeom>
              <a:rect b="b" l="l" r="r" t="t"/>
              <a:pathLst>
                <a:path extrusionOk="0" h="1416" w="710">
                  <a:moveTo>
                    <a:pt x="0" y="0"/>
                  </a:moveTo>
                  <a:lnTo>
                    <a:pt x="0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8" name="Google Shape;848;p38"/>
          <p:cNvGrpSpPr/>
          <p:nvPr/>
        </p:nvGrpSpPr>
        <p:grpSpPr>
          <a:xfrm>
            <a:off x="2171237" y="1827266"/>
            <a:ext cx="349102" cy="343917"/>
            <a:chOff x="856371" y="2576600"/>
            <a:chExt cx="349627" cy="349367"/>
          </a:xfrm>
        </p:grpSpPr>
        <p:sp>
          <p:nvSpPr>
            <p:cNvPr id="849" name="Google Shape;849;p38"/>
            <p:cNvSpPr/>
            <p:nvPr/>
          </p:nvSpPr>
          <p:spPr>
            <a:xfrm>
              <a:off x="856371" y="2576600"/>
              <a:ext cx="349627" cy="349367"/>
            </a:xfrm>
            <a:custGeom>
              <a:rect b="b" l="l" r="r" t="t"/>
              <a:pathLst>
                <a:path extrusionOk="0" h="12093" w="12102">
                  <a:moveTo>
                    <a:pt x="6039" y="706"/>
                  </a:moveTo>
                  <a:cubicBezTo>
                    <a:pt x="7019" y="706"/>
                    <a:pt x="7816" y="1502"/>
                    <a:pt x="7816" y="2478"/>
                  </a:cubicBezTo>
                  <a:cubicBezTo>
                    <a:pt x="7816" y="3457"/>
                    <a:pt x="7019" y="4254"/>
                    <a:pt x="6039" y="4254"/>
                  </a:cubicBezTo>
                  <a:cubicBezTo>
                    <a:pt x="5060" y="4254"/>
                    <a:pt x="4267" y="3457"/>
                    <a:pt x="4267" y="2478"/>
                  </a:cubicBezTo>
                  <a:cubicBezTo>
                    <a:pt x="4272" y="1502"/>
                    <a:pt x="5069" y="706"/>
                    <a:pt x="6039" y="706"/>
                  </a:cubicBezTo>
                  <a:close/>
                  <a:moveTo>
                    <a:pt x="11035" y="2835"/>
                  </a:moveTo>
                  <a:cubicBezTo>
                    <a:pt x="11232" y="2835"/>
                    <a:pt x="11392" y="2995"/>
                    <a:pt x="11392" y="3187"/>
                  </a:cubicBezTo>
                  <a:lnTo>
                    <a:pt x="11392" y="11030"/>
                  </a:lnTo>
                  <a:cubicBezTo>
                    <a:pt x="11392" y="11223"/>
                    <a:pt x="11232" y="11383"/>
                    <a:pt x="11035" y="11383"/>
                  </a:cubicBezTo>
                  <a:lnTo>
                    <a:pt x="1067" y="11383"/>
                  </a:lnTo>
                  <a:cubicBezTo>
                    <a:pt x="870" y="11383"/>
                    <a:pt x="710" y="11223"/>
                    <a:pt x="710" y="11030"/>
                  </a:cubicBezTo>
                  <a:lnTo>
                    <a:pt x="710" y="3187"/>
                  </a:lnTo>
                  <a:cubicBezTo>
                    <a:pt x="710" y="2995"/>
                    <a:pt x="870" y="2835"/>
                    <a:pt x="1067" y="2835"/>
                  </a:cubicBezTo>
                  <a:lnTo>
                    <a:pt x="3594" y="2835"/>
                  </a:lnTo>
                  <a:cubicBezTo>
                    <a:pt x="3768" y="4034"/>
                    <a:pt x="4803" y="4955"/>
                    <a:pt x="6053" y="4955"/>
                  </a:cubicBezTo>
                  <a:cubicBezTo>
                    <a:pt x="7298" y="4955"/>
                    <a:pt x="8333" y="4030"/>
                    <a:pt x="8507" y="2835"/>
                  </a:cubicBezTo>
                  <a:close/>
                  <a:moveTo>
                    <a:pt x="6053" y="1"/>
                  </a:moveTo>
                  <a:cubicBezTo>
                    <a:pt x="4803" y="1"/>
                    <a:pt x="3768" y="930"/>
                    <a:pt x="3594" y="2125"/>
                  </a:cubicBezTo>
                  <a:lnTo>
                    <a:pt x="1067" y="2125"/>
                  </a:lnTo>
                  <a:cubicBezTo>
                    <a:pt x="476" y="2125"/>
                    <a:pt x="0" y="2601"/>
                    <a:pt x="0" y="3187"/>
                  </a:cubicBezTo>
                  <a:lnTo>
                    <a:pt x="0" y="11030"/>
                  </a:lnTo>
                  <a:cubicBezTo>
                    <a:pt x="0" y="11616"/>
                    <a:pt x="476" y="12093"/>
                    <a:pt x="1067" y="12093"/>
                  </a:cubicBezTo>
                  <a:lnTo>
                    <a:pt x="11035" y="12093"/>
                  </a:lnTo>
                  <a:cubicBezTo>
                    <a:pt x="11625" y="12093"/>
                    <a:pt x="12101" y="11616"/>
                    <a:pt x="12101" y="11030"/>
                  </a:cubicBezTo>
                  <a:lnTo>
                    <a:pt x="12101" y="3187"/>
                  </a:lnTo>
                  <a:cubicBezTo>
                    <a:pt x="12097" y="2601"/>
                    <a:pt x="11621" y="2125"/>
                    <a:pt x="11035" y="2125"/>
                  </a:cubicBezTo>
                  <a:lnTo>
                    <a:pt x="8507" y="2125"/>
                  </a:lnTo>
                  <a:cubicBezTo>
                    <a:pt x="8333" y="921"/>
                    <a:pt x="7298" y="1"/>
                    <a:pt x="6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999088" y="2617479"/>
              <a:ext cx="63905" cy="65638"/>
            </a:xfrm>
            <a:custGeom>
              <a:rect b="b" l="l" r="r" t="t"/>
              <a:pathLst>
                <a:path extrusionOk="0" h="2272" w="2212">
                  <a:moveTo>
                    <a:pt x="751" y="0"/>
                  </a:moveTo>
                  <a:lnTo>
                    <a:pt x="751" y="916"/>
                  </a:lnTo>
                  <a:lnTo>
                    <a:pt x="504" y="669"/>
                  </a:lnTo>
                  <a:lnTo>
                    <a:pt x="1" y="1172"/>
                  </a:lnTo>
                  <a:lnTo>
                    <a:pt x="1099" y="2271"/>
                  </a:lnTo>
                  <a:lnTo>
                    <a:pt x="2212" y="1172"/>
                  </a:lnTo>
                  <a:lnTo>
                    <a:pt x="1708" y="669"/>
                  </a:lnTo>
                  <a:lnTo>
                    <a:pt x="1461" y="916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897366" y="2678842"/>
              <a:ext cx="123563" cy="205986"/>
            </a:xfrm>
            <a:custGeom>
              <a:rect b="b" l="l" r="r" t="t"/>
              <a:pathLst>
                <a:path extrusionOk="0" h="7130" w="4277">
                  <a:moveTo>
                    <a:pt x="1164" y="711"/>
                  </a:moveTo>
                  <a:cubicBezTo>
                    <a:pt x="1658" y="1667"/>
                    <a:pt x="2533" y="2386"/>
                    <a:pt x="3572" y="2679"/>
                  </a:cubicBezTo>
                  <a:lnTo>
                    <a:pt x="3572" y="6425"/>
                  </a:lnTo>
                  <a:lnTo>
                    <a:pt x="710" y="6425"/>
                  </a:lnTo>
                  <a:lnTo>
                    <a:pt x="710" y="711"/>
                  </a:lnTo>
                  <a:close/>
                  <a:moveTo>
                    <a:pt x="1" y="1"/>
                  </a:moveTo>
                  <a:lnTo>
                    <a:pt x="1" y="7130"/>
                  </a:lnTo>
                  <a:lnTo>
                    <a:pt x="4277" y="7130"/>
                  </a:lnTo>
                  <a:lnTo>
                    <a:pt x="4277" y="2107"/>
                  </a:lnTo>
                  <a:lnTo>
                    <a:pt x="3998" y="2047"/>
                  </a:lnTo>
                  <a:cubicBezTo>
                    <a:pt x="2148" y="1677"/>
                    <a:pt x="1653" y="51"/>
                    <a:pt x="1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1041411" y="2678986"/>
              <a:ext cx="123591" cy="205986"/>
            </a:xfrm>
            <a:custGeom>
              <a:rect b="b" l="l" r="r" t="t"/>
              <a:pathLst>
                <a:path extrusionOk="0" h="7130" w="4278">
                  <a:moveTo>
                    <a:pt x="3567" y="706"/>
                  </a:moveTo>
                  <a:lnTo>
                    <a:pt x="3567" y="6420"/>
                  </a:lnTo>
                  <a:lnTo>
                    <a:pt x="710" y="6420"/>
                  </a:lnTo>
                  <a:lnTo>
                    <a:pt x="710" y="2674"/>
                  </a:lnTo>
                  <a:cubicBezTo>
                    <a:pt x="1754" y="2377"/>
                    <a:pt x="2629" y="1667"/>
                    <a:pt x="3119" y="706"/>
                  </a:cubicBezTo>
                  <a:close/>
                  <a:moveTo>
                    <a:pt x="2661" y="0"/>
                  </a:moveTo>
                  <a:cubicBezTo>
                    <a:pt x="2615" y="55"/>
                    <a:pt x="2134" y="1672"/>
                    <a:pt x="280" y="2047"/>
                  </a:cubicBezTo>
                  <a:lnTo>
                    <a:pt x="1" y="2107"/>
                  </a:lnTo>
                  <a:lnTo>
                    <a:pt x="1" y="7129"/>
                  </a:lnTo>
                  <a:lnTo>
                    <a:pt x="4277" y="7129"/>
                  </a:lnTo>
                  <a:lnTo>
                    <a:pt x="4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38"/>
          <p:cNvGrpSpPr/>
          <p:nvPr/>
        </p:nvGrpSpPr>
        <p:grpSpPr>
          <a:xfrm>
            <a:off x="1054503" y="1827504"/>
            <a:ext cx="306582" cy="343945"/>
            <a:chOff x="3205850" y="2576456"/>
            <a:chExt cx="307043" cy="349396"/>
          </a:xfrm>
        </p:grpSpPr>
        <p:sp>
          <p:nvSpPr>
            <p:cNvPr id="854" name="Google Shape;854;p38"/>
            <p:cNvSpPr/>
            <p:nvPr/>
          </p:nvSpPr>
          <p:spPr>
            <a:xfrm>
              <a:off x="3205850" y="2576456"/>
              <a:ext cx="307043" cy="349396"/>
            </a:xfrm>
            <a:custGeom>
              <a:rect b="b" l="l" r="r" t="t"/>
              <a:pathLst>
                <a:path extrusionOk="0" h="12094" w="10628">
                  <a:moveTo>
                    <a:pt x="6012" y="715"/>
                  </a:moveTo>
                  <a:cubicBezTo>
                    <a:pt x="7005" y="715"/>
                    <a:pt x="7972" y="1246"/>
                    <a:pt x="8745" y="2203"/>
                  </a:cubicBezTo>
                  <a:cubicBezTo>
                    <a:pt x="9235" y="2821"/>
                    <a:pt x="9597" y="3559"/>
                    <a:pt x="9780" y="4305"/>
                  </a:cubicBezTo>
                  <a:lnTo>
                    <a:pt x="8498" y="4305"/>
                  </a:lnTo>
                  <a:cubicBezTo>
                    <a:pt x="7326" y="4305"/>
                    <a:pt x="6374" y="3343"/>
                    <a:pt x="6374" y="2153"/>
                  </a:cubicBezTo>
                  <a:lnTo>
                    <a:pt x="5664" y="2153"/>
                  </a:lnTo>
                  <a:cubicBezTo>
                    <a:pt x="5664" y="3339"/>
                    <a:pt x="4707" y="4305"/>
                    <a:pt x="3539" y="4305"/>
                  </a:cubicBezTo>
                  <a:lnTo>
                    <a:pt x="2253" y="4305"/>
                  </a:lnTo>
                  <a:cubicBezTo>
                    <a:pt x="2431" y="3554"/>
                    <a:pt x="2793" y="2817"/>
                    <a:pt x="3283" y="2203"/>
                  </a:cubicBezTo>
                  <a:cubicBezTo>
                    <a:pt x="4057" y="1242"/>
                    <a:pt x="5023" y="715"/>
                    <a:pt x="6012" y="715"/>
                  </a:cubicBezTo>
                  <a:close/>
                  <a:moveTo>
                    <a:pt x="6026" y="3531"/>
                  </a:moveTo>
                  <a:cubicBezTo>
                    <a:pt x="6396" y="4204"/>
                    <a:pt x="7037" y="4717"/>
                    <a:pt x="7798" y="4914"/>
                  </a:cubicBezTo>
                  <a:lnTo>
                    <a:pt x="7798" y="5363"/>
                  </a:lnTo>
                  <a:cubicBezTo>
                    <a:pt x="7798" y="6332"/>
                    <a:pt x="7009" y="7131"/>
                    <a:pt x="6035" y="7131"/>
                  </a:cubicBezTo>
                  <a:cubicBezTo>
                    <a:pt x="6010" y="7131"/>
                    <a:pt x="5986" y="7131"/>
                    <a:pt x="5962" y="7130"/>
                  </a:cubicBezTo>
                  <a:cubicBezTo>
                    <a:pt x="5000" y="7098"/>
                    <a:pt x="4249" y="6297"/>
                    <a:pt x="4249" y="5340"/>
                  </a:cubicBezTo>
                  <a:lnTo>
                    <a:pt x="4249" y="4914"/>
                  </a:lnTo>
                  <a:cubicBezTo>
                    <a:pt x="5014" y="4717"/>
                    <a:pt x="5646" y="4204"/>
                    <a:pt x="6026" y="3531"/>
                  </a:cubicBezTo>
                  <a:close/>
                  <a:moveTo>
                    <a:pt x="3539" y="5010"/>
                  </a:moveTo>
                  <a:lnTo>
                    <a:pt x="3539" y="5363"/>
                  </a:lnTo>
                  <a:cubicBezTo>
                    <a:pt x="3539" y="6351"/>
                    <a:pt x="4121" y="7208"/>
                    <a:pt x="4959" y="7601"/>
                  </a:cubicBezTo>
                  <a:lnTo>
                    <a:pt x="4959" y="7858"/>
                  </a:lnTo>
                  <a:cubicBezTo>
                    <a:pt x="4583" y="7890"/>
                    <a:pt x="4222" y="7977"/>
                    <a:pt x="3874" y="8114"/>
                  </a:cubicBezTo>
                  <a:cubicBezTo>
                    <a:pt x="3045" y="7730"/>
                    <a:pt x="2120" y="6947"/>
                    <a:pt x="2120" y="5363"/>
                  </a:cubicBezTo>
                  <a:cubicBezTo>
                    <a:pt x="2120" y="5248"/>
                    <a:pt x="2129" y="5129"/>
                    <a:pt x="2138" y="5010"/>
                  </a:cubicBezTo>
                  <a:close/>
                  <a:moveTo>
                    <a:pt x="9904" y="5015"/>
                  </a:moveTo>
                  <a:cubicBezTo>
                    <a:pt x="9917" y="5134"/>
                    <a:pt x="9922" y="5248"/>
                    <a:pt x="9922" y="5367"/>
                  </a:cubicBezTo>
                  <a:cubicBezTo>
                    <a:pt x="9917" y="6947"/>
                    <a:pt x="8997" y="7739"/>
                    <a:pt x="8173" y="8123"/>
                  </a:cubicBezTo>
                  <a:cubicBezTo>
                    <a:pt x="7830" y="7986"/>
                    <a:pt x="7463" y="7899"/>
                    <a:pt x="7083" y="7862"/>
                  </a:cubicBezTo>
                  <a:lnTo>
                    <a:pt x="7083" y="7606"/>
                  </a:lnTo>
                  <a:cubicBezTo>
                    <a:pt x="7921" y="7208"/>
                    <a:pt x="8503" y="6351"/>
                    <a:pt x="8503" y="5367"/>
                  </a:cubicBezTo>
                  <a:lnTo>
                    <a:pt x="8503" y="5015"/>
                  </a:lnTo>
                  <a:close/>
                  <a:moveTo>
                    <a:pt x="6374" y="7817"/>
                  </a:moveTo>
                  <a:lnTo>
                    <a:pt x="6374" y="8188"/>
                  </a:lnTo>
                  <a:cubicBezTo>
                    <a:pt x="6374" y="8375"/>
                    <a:pt x="6241" y="8531"/>
                    <a:pt x="6058" y="8549"/>
                  </a:cubicBezTo>
                  <a:cubicBezTo>
                    <a:pt x="6045" y="8551"/>
                    <a:pt x="6031" y="8551"/>
                    <a:pt x="6019" y="8551"/>
                  </a:cubicBezTo>
                  <a:cubicBezTo>
                    <a:pt x="5825" y="8551"/>
                    <a:pt x="5664" y="8394"/>
                    <a:pt x="5664" y="8197"/>
                  </a:cubicBezTo>
                  <a:lnTo>
                    <a:pt x="5664" y="7817"/>
                  </a:lnTo>
                  <a:cubicBezTo>
                    <a:pt x="5778" y="7835"/>
                    <a:pt x="5897" y="7840"/>
                    <a:pt x="6021" y="7840"/>
                  </a:cubicBezTo>
                  <a:cubicBezTo>
                    <a:pt x="6140" y="7840"/>
                    <a:pt x="6259" y="7835"/>
                    <a:pt x="6374" y="7817"/>
                  </a:cubicBezTo>
                  <a:close/>
                  <a:moveTo>
                    <a:pt x="4258" y="9969"/>
                  </a:moveTo>
                  <a:lnTo>
                    <a:pt x="4258" y="11388"/>
                  </a:lnTo>
                  <a:lnTo>
                    <a:pt x="710" y="11388"/>
                  </a:lnTo>
                  <a:lnTo>
                    <a:pt x="710" y="9969"/>
                  </a:lnTo>
                  <a:lnTo>
                    <a:pt x="2129" y="9969"/>
                  </a:lnTo>
                  <a:lnTo>
                    <a:pt x="2129" y="10678"/>
                  </a:lnTo>
                  <a:lnTo>
                    <a:pt x="2839" y="10678"/>
                  </a:lnTo>
                  <a:lnTo>
                    <a:pt x="2839" y="9969"/>
                  </a:lnTo>
                  <a:close/>
                  <a:moveTo>
                    <a:pt x="7015" y="8568"/>
                  </a:moveTo>
                  <a:cubicBezTo>
                    <a:pt x="8526" y="8700"/>
                    <a:pt x="9734" y="9891"/>
                    <a:pt x="9899" y="11388"/>
                  </a:cubicBezTo>
                  <a:lnTo>
                    <a:pt x="4959" y="11388"/>
                  </a:lnTo>
                  <a:lnTo>
                    <a:pt x="4959" y="9268"/>
                  </a:lnTo>
                  <a:lnTo>
                    <a:pt x="3306" y="9268"/>
                  </a:lnTo>
                  <a:cubicBezTo>
                    <a:pt x="3791" y="8870"/>
                    <a:pt x="4386" y="8627"/>
                    <a:pt x="5023" y="8568"/>
                  </a:cubicBezTo>
                  <a:cubicBezTo>
                    <a:pt x="5169" y="8975"/>
                    <a:pt x="5563" y="9268"/>
                    <a:pt x="6021" y="9268"/>
                  </a:cubicBezTo>
                  <a:cubicBezTo>
                    <a:pt x="6479" y="9268"/>
                    <a:pt x="6868" y="8975"/>
                    <a:pt x="7015" y="8568"/>
                  </a:cubicBezTo>
                  <a:close/>
                  <a:moveTo>
                    <a:pt x="6021" y="1"/>
                  </a:moveTo>
                  <a:cubicBezTo>
                    <a:pt x="4716" y="1"/>
                    <a:pt x="3558" y="734"/>
                    <a:pt x="2734" y="1759"/>
                  </a:cubicBezTo>
                  <a:cubicBezTo>
                    <a:pt x="1905" y="2789"/>
                    <a:pt x="1410" y="4140"/>
                    <a:pt x="1410" y="5363"/>
                  </a:cubicBezTo>
                  <a:cubicBezTo>
                    <a:pt x="1410" y="6764"/>
                    <a:pt x="2047" y="7853"/>
                    <a:pt x="3118" y="8517"/>
                  </a:cubicBezTo>
                  <a:cubicBezTo>
                    <a:pt x="2816" y="8723"/>
                    <a:pt x="2541" y="8975"/>
                    <a:pt x="2303" y="9259"/>
                  </a:cubicBezTo>
                  <a:lnTo>
                    <a:pt x="0" y="9259"/>
                  </a:lnTo>
                  <a:lnTo>
                    <a:pt x="0" y="12093"/>
                  </a:lnTo>
                  <a:lnTo>
                    <a:pt x="10627" y="12093"/>
                  </a:lnTo>
                  <a:lnTo>
                    <a:pt x="10627" y="11736"/>
                  </a:lnTo>
                  <a:cubicBezTo>
                    <a:pt x="10627" y="10399"/>
                    <a:pt x="9949" y="9218"/>
                    <a:pt x="8919" y="8517"/>
                  </a:cubicBezTo>
                  <a:cubicBezTo>
                    <a:pt x="9991" y="7858"/>
                    <a:pt x="10627" y="6773"/>
                    <a:pt x="10627" y="5363"/>
                  </a:cubicBezTo>
                  <a:cubicBezTo>
                    <a:pt x="10627" y="4140"/>
                    <a:pt x="10133" y="2789"/>
                    <a:pt x="9304" y="1759"/>
                  </a:cubicBezTo>
                  <a:cubicBezTo>
                    <a:pt x="8480" y="734"/>
                    <a:pt x="7326" y="1"/>
                    <a:pt x="60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3348827" y="2731364"/>
              <a:ext cx="61536" cy="30855"/>
            </a:xfrm>
            <a:custGeom>
              <a:rect b="b" l="l" r="r" t="t"/>
              <a:pathLst>
                <a:path extrusionOk="0" h="1068" w="2130">
                  <a:moveTo>
                    <a:pt x="1" y="1"/>
                  </a:moveTo>
                  <a:cubicBezTo>
                    <a:pt x="1" y="587"/>
                    <a:pt x="477" y="1067"/>
                    <a:pt x="1063" y="1067"/>
                  </a:cubicBezTo>
                  <a:cubicBezTo>
                    <a:pt x="1649" y="1067"/>
                    <a:pt x="2130" y="591"/>
                    <a:pt x="2130" y="1"/>
                  </a:cubicBezTo>
                  <a:lnTo>
                    <a:pt x="1420" y="1"/>
                  </a:lnTo>
                  <a:cubicBezTo>
                    <a:pt x="1420" y="193"/>
                    <a:pt x="1264" y="358"/>
                    <a:pt x="1063" y="358"/>
                  </a:cubicBezTo>
                  <a:cubicBezTo>
                    <a:pt x="871" y="358"/>
                    <a:pt x="710" y="197"/>
                    <a:pt x="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6" name="Google Shape;856;p38"/>
          <p:cNvGrpSpPr/>
          <p:nvPr/>
        </p:nvGrpSpPr>
        <p:grpSpPr>
          <a:xfrm>
            <a:off x="2171370" y="3077854"/>
            <a:ext cx="348958" cy="344201"/>
            <a:chOff x="3976491" y="3808210"/>
            <a:chExt cx="349482" cy="349656"/>
          </a:xfrm>
        </p:grpSpPr>
        <p:sp>
          <p:nvSpPr>
            <p:cNvPr id="857" name="Google Shape;857;p38"/>
            <p:cNvSpPr/>
            <p:nvPr/>
          </p:nvSpPr>
          <p:spPr>
            <a:xfrm>
              <a:off x="3976491" y="3808210"/>
              <a:ext cx="349482" cy="266712"/>
            </a:xfrm>
            <a:custGeom>
              <a:rect b="b" l="l" r="r" t="t"/>
              <a:pathLst>
                <a:path extrusionOk="0" h="9232" w="12097">
                  <a:moveTo>
                    <a:pt x="3223" y="706"/>
                  </a:moveTo>
                  <a:cubicBezTo>
                    <a:pt x="3416" y="706"/>
                    <a:pt x="3576" y="866"/>
                    <a:pt x="3576" y="1063"/>
                  </a:cubicBezTo>
                  <a:lnTo>
                    <a:pt x="3576" y="2148"/>
                  </a:lnTo>
                  <a:lnTo>
                    <a:pt x="5700" y="2148"/>
                  </a:lnTo>
                  <a:lnTo>
                    <a:pt x="5700" y="2858"/>
                  </a:lnTo>
                  <a:lnTo>
                    <a:pt x="5343" y="2858"/>
                  </a:lnTo>
                  <a:cubicBezTo>
                    <a:pt x="4762" y="2858"/>
                    <a:pt x="4281" y="3334"/>
                    <a:pt x="4281" y="3925"/>
                  </a:cubicBezTo>
                  <a:cubicBezTo>
                    <a:pt x="4281" y="4506"/>
                    <a:pt x="4757" y="4987"/>
                    <a:pt x="5343" y="4987"/>
                  </a:cubicBezTo>
                  <a:lnTo>
                    <a:pt x="5700" y="4987"/>
                  </a:lnTo>
                  <a:lnTo>
                    <a:pt x="5700" y="5697"/>
                  </a:lnTo>
                  <a:lnTo>
                    <a:pt x="3782" y="5697"/>
                  </a:lnTo>
                  <a:lnTo>
                    <a:pt x="2866" y="6612"/>
                  </a:lnTo>
                  <a:lnTo>
                    <a:pt x="2866" y="5697"/>
                  </a:lnTo>
                  <a:lnTo>
                    <a:pt x="714" y="5697"/>
                  </a:lnTo>
                  <a:lnTo>
                    <a:pt x="714" y="4987"/>
                  </a:lnTo>
                  <a:lnTo>
                    <a:pt x="1094" y="4987"/>
                  </a:lnTo>
                  <a:cubicBezTo>
                    <a:pt x="1676" y="4987"/>
                    <a:pt x="2157" y="4511"/>
                    <a:pt x="2157" y="3925"/>
                  </a:cubicBezTo>
                  <a:cubicBezTo>
                    <a:pt x="2157" y="3339"/>
                    <a:pt x="1680" y="2858"/>
                    <a:pt x="1094" y="2858"/>
                  </a:cubicBezTo>
                  <a:lnTo>
                    <a:pt x="714" y="2858"/>
                  </a:lnTo>
                  <a:lnTo>
                    <a:pt x="714" y="2148"/>
                  </a:lnTo>
                  <a:lnTo>
                    <a:pt x="2866" y="2148"/>
                  </a:lnTo>
                  <a:lnTo>
                    <a:pt x="2866" y="1063"/>
                  </a:lnTo>
                  <a:cubicBezTo>
                    <a:pt x="2866" y="866"/>
                    <a:pt x="3027" y="706"/>
                    <a:pt x="3223" y="706"/>
                  </a:cubicBezTo>
                  <a:close/>
                  <a:moveTo>
                    <a:pt x="8887" y="710"/>
                  </a:moveTo>
                  <a:cubicBezTo>
                    <a:pt x="9084" y="710"/>
                    <a:pt x="9240" y="871"/>
                    <a:pt x="9240" y="1068"/>
                  </a:cubicBezTo>
                  <a:lnTo>
                    <a:pt x="9240" y="2153"/>
                  </a:lnTo>
                  <a:lnTo>
                    <a:pt x="11396" y="2153"/>
                  </a:lnTo>
                  <a:lnTo>
                    <a:pt x="11396" y="2862"/>
                  </a:lnTo>
                  <a:lnTo>
                    <a:pt x="11016" y="2862"/>
                  </a:lnTo>
                  <a:cubicBezTo>
                    <a:pt x="10435" y="2862"/>
                    <a:pt x="9954" y="3339"/>
                    <a:pt x="9954" y="3929"/>
                  </a:cubicBezTo>
                  <a:cubicBezTo>
                    <a:pt x="9954" y="4511"/>
                    <a:pt x="10426" y="4991"/>
                    <a:pt x="11016" y="4991"/>
                  </a:cubicBezTo>
                  <a:lnTo>
                    <a:pt x="11396" y="4991"/>
                  </a:lnTo>
                  <a:lnTo>
                    <a:pt x="11396" y="5701"/>
                  </a:lnTo>
                  <a:lnTo>
                    <a:pt x="9244" y="5701"/>
                  </a:lnTo>
                  <a:lnTo>
                    <a:pt x="9244" y="6617"/>
                  </a:lnTo>
                  <a:lnTo>
                    <a:pt x="8329" y="5701"/>
                  </a:lnTo>
                  <a:lnTo>
                    <a:pt x="6410" y="5701"/>
                  </a:lnTo>
                  <a:lnTo>
                    <a:pt x="6410" y="4282"/>
                  </a:lnTo>
                  <a:lnTo>
                    <a:pt x="5343" y="4282"/>
                  </a:lnTo>
                  <a:cubicBezTo>
                    <a:pt x="5151" y="4282"/>
                    <a:pt x="4991" y="4122"/>
                    <a:pt x="4991" y="3929"/>
                  </a:cubicBezTo>
                  <a:cubicBezTo>
                    <a:pt x="4991" y="3732"/>
                    <a:pt x="5151" y="3572"/>
                    <a:pt x="5343" y="3572"/>
                  </a:cubicBezTo>
                  <a:lnTo>
                    <a:pt x="6410" y="3572"/>
                  </a:lnTo>
                  <a:lnTo>
                    <a:pt x="6410" y="2153"/>
                  </a:lnTo>
                  <a:lnTo>
                    <a:pt x="8535" y="2153"/>
                  </a:lnTo>
                  <a:lnTo>
                    <a:pt x="8535" y="1068"/>
                  </a:lnTo>
                  <a:cubicBezTo>
                    <a:pt x="8535" y="871"/>
                    <a:pt x="8695" y="710"/>
                    <a:pt x="8887" y="710"/>
                  </a:cubicBezTo>
                  <a:close/>
                  <a:moveTo>
                    <a:pt x="2514" y="7821"/>
                  </a:moveTo>
                  <a:cubicBezTo>
                    <a:pt x="2706" y="7821"/>
                    <a:pt x="2866" y="7981"/>
                    <a:pt x="2866" y="8174"/>
                  </a:cubicBezTo>
                  <a:cubicBezTo>
                    <a:pt x="2866" y="8370"/>
                    <a:pt x="2706" y="8531"/>
                    <a:pt x="2514" y="8531"/>
                  </a:cubicBezTo>
                  <a:cubicBezTo>
                    <a:pt x="2317" y="8531"/>
                    <a:pt x="2157" y="8370"/>
                    <a:pt x="2157" y="8174"/>
                  </a:cubicBezTo>
                  <a:cubicBezTo>
                    <a:pt x="2157" y="7981"/>
                    <a:pt x="2317" y="7821"/>
                    <a:pt x="2514" y="7821"/>
                  </a:cubicBezTo>
                  <a:close/>
                  <a:moveTo>
                    <a:pt x="9597" y="7821"/>
                  </a:moveTo>
                  <a:cubicBezTo>
                    <a:pt x="9794" y="7821"/>
                    <a:pt x="9954" y="7981"/>
                    <a:pt x="9954" y="8174"/>
                  </a:cubicBezTo>
                  <a:cubicBezTo>
                    <a:pt x="9954" y="8370"/>
                    <a:pt x="9794" y="8531"/>
                    <a:pt x="9597" y="8531"/>
                  </a:cubicBezTo>
                  <a:cubicBezTo>
                    <a:pt x="9405" y="8531"/>
                    <a:pt x="9244" y="8370"/>
                    <a:pt x="9244" y="8174"/>
                  </a:cubicBezTo>
                  <a:cubicBezTo>
                    <a:pt x="9244" y="7981"/>
                    <a:pt x="9405" y="7821"/>
                    <a:pt x="9597" y="7821"/>
                  </a:cubicBezTo>
                  <a:close/>
                  <a:moveTo>
                    <a:pt x="3214" y="1"/>
                  </a:moveTo>
                  <a:cubicBezTo>
                    <a:pt x="2633" y="1"/>
                    <a:pt x="2152" y="477"/>
                    <a:pt x="2152" y="1068"/>
                  </a:cubicBezTo>
                  <a:lnTo>
                    <a:pt x="2152" y="1443"/>
                  </a:lnTo>
                  <a:lnTo>
                    <a:pt x="0" y="1443"/>
                  </a:lnTo>
                  <a:lnTo>
                    <a:pt x="0" y="3568"/>
                  </a:lnTo>
                  <a:lnTo>
                    <a:pt x="1085" y="3568"/>
                  </a:lnTo>
                  <a:cubicBezTo>
                    <a:pt x="1282" y="3568"/>
                    <a:pt x="1442" y="3728"/>
                    <a:pt x="1442" y="3920"/>
                  </a:cubicBezTo>
                  <a:cubicBezTo>
                    <a:pt x="1442" y="4117"/>
                    <a:pt x="1282" y="4277"/>
                    <a:pt x="1085" y="4277"/>
                  </a:cubicBezTo>
                  <a:lnTo>
                    <a:pt x="0" y="4277"/>
                  </a:lnTo>
                  <a:lnTo>
                    <a:pt x="0" y="6402"/>
                  </a:lnTo>
                  <a:lnTo>
                    <a:pt x="2152" y="6402"/>
                  </a:lnTo>
                  <a:lnTo>
                    <a:pt x="2152" y="7166"/>
                  </a:lnTo>
                  <a:cubicBezTo>
                    <a:pt x="1740" y="7317"/>
                    <a:pt x="1442" y="7707"/>
                    <a:pt x="1442" y="8169"/>
                  </a:cubicBezTo>
                  <a:cubicBezTo>
                    <a:pt x="1442" y="8755"/>
                    <a:pt x="1919" y="9231"/>
                    <a:pt x="2505" y="9231"/>
                  </a:cubicBezTo>
                  <a:cubicBezTo>
                    <a:pt x="3095" y="9231"/>
                    <a:pt x="3571" y="8760"/>
                    <a:pt x="3571" y="8169"/>
                  </a:cubicBezTo>
                  <a:cubicBezTo>
                    <a:pt x="3571" y="7826"/>
                    <a:pt x="3402" y="7514"/>
                    <a:pt x="3146" y="7322"/>
                  </a:cubicBezTo>
                  <a:lnTo>
                    <a:pt x="4066" y="6402"/>
                  </a:lnTo>
                  <a:lnTo>
                    <a:pt x="8026" y="6402"/>
                  </a:lnTo>
                  <a:lnTo>
                    <a:pt x="8951" y="7322"/>
                  </a:lnTo>
                  <a:cubicBezTo>
                    <a:pt x="8690" y="7519"/>
                    <a:pt x="8525" y="7826"/>
                    <a:pt x="8525" y="8169"/>
                  </a:cubicBezTo>
                  <a:cubicBezTo>
                    <a:pt x="8525" y="8755"/>
                    <a:pt x="9002" y="9231"/>
                    <a:pt x="9592" y="9231"/>
                  </a:cubicBezTo>
                  <a:cubicBezTo>
                    <a:pt x="10174" y="9231"/>
                    <a:pt x="10654" y="8760"/>
                    <a:pt x="10654" y="8169"/>
                  </a:cubicBezTo>
                  <a:cubicBezTo>
                    <a:pt x="10654" y="7707"/>
                    <a:pt x="10357" y="7308"/>
                    <a:pt x="9945" y="7166"/>
                  </a:cubicBezTo>
                  <a:lnTo>
                    <a:pt x="9945" y="6402"/>
                  </a:lnTo>
                  <a:lnTo>
                    <a:pt x="12097" y="6402"/>
                  </a:lnTo>
                  <a:lnTo>
                    <a:pt x="12097" y="4277"/>
                  </a:lnTo>
                  <a:lnTo>
                    <a:pt x="11012" y="4277"/>
                  </a:lnTo>
                  <a:cubicBezTo>
                    <a:pt x="10815" y="4277"/>
                    <a:pt x="10654" y="4117"/>
                    <a:pt x="10654" y="3920"/>
                  </a:cubicBezTo>
                  <a:cubicBezTo>
                    <a:pt x="10654" y="3728"/>
                    <a:pt x="10815" y="3568"/>
                    <a:pt x="11012" y="3568"/>
                  </a:cubicBezTo>
                  <a:lnTo>
                    <a:pt x="12097" y="3568"/>
                  </a:lnTo>
                  <a:lnTo>
                    <a:pt x="12097" y="1443"/>
                  </a:lnTo>
                  <a:lnTo>
                    <a:pt x="9945" y="1443"/>
                  </a:lnTo>
                  <a:lnTo>
                    <a:pt x="9945" y="1068"/>
                  </a:lnTo>
                  <a:lnTo>
                    <a:pt x="9954" y="1068"/>
                  </a:lnTo>
                  <a:cubicBezTo>
                    <a:pt x="9954" y="482"/>
                    <a:pt x="9478" y="1"/>
                    <a:pt x="8887" y="1"/>
                  </a:cubicBezTo>
                  <a:cubicBezTo>
                    <a:pt x="8306" y="1"/>
                    <a:pt x="7825" y="477"/>
                    <a:pt x="7825" y="1068"/>
                  </a:cubicBezTo>
                  <a:lnTo>
                    <a:pt x="7825" y="1443"/>
                  </a:lnTo>
                  <a:lnTo>
                    <a:pt x="4281" y="1443"/>
                  </a:lnTo>
                  <a:lnTo>
                    <a:pt x="4281" y="1068"/>
                  </a:lnTo>
                  <a:cubicBezTo>
                    <a:pt x="4281" y="482"/>
                    <a:pt x="3805" y="1"/>
                    <a:pt x="32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8"/>
            <p:cNvSpPr/>
            <p:nvPr/>
          </p:nvSpPr>
          <p:spPr>
            <a:xfrm>
              <a:off x="3977416" y="4075269"/>
              <a:ext cx="143410" cy="82597"/>
            </a:xfrm>
            <a:custGeom>
              <a:rect b="b" l="l" r="r" t="t"/>
              <a:pathLst>
                <a:path extrusionOk="0" h="2859" w="4964">
                  <a:moveTo>
                    <a:pt x="2482" y="706"/>
                  </a:moveTo>
                  <a:cubicBezTo>
                    <a:pt x="3338" y="706"/>
                    <a:pt x="4052" y="1324"/>
                    <a:pt x="4212" y="2148"/>
                  </a:cubicBezTo>
                  <a:lnTo>
                    <a:pt x="742" y="2148"/>
                  </a:lnTo>
                  <a:cubicBezTo>
                    <a:pt x="907" y="1324"/>
                    <a:pt x="1621" y="706"/>
                    <a:pt x="2482" y="706"/>
                  </a:cubicBezTo>
                  <a:close/>
                  <a:moveTo>
                    <a:pt x="2486" y="1"/>
                  </a:moveTo>
                  <a:cubicBezTo>
                    <a:pt x="1117" y="1"/>
                    <a:pt x="0" y="1118"/>
                    <a:pt x="0" y="2501"/>
                  </a:cubicBezTo>
                  <a:lnTo>
                    <a:pt x="0" y="2858"/>
                  </a:lnTo>
                  <a:lnTo>
                    <a:pt x="4963" y="2858"/>
                  </a:lnTo>
                  <a:lnTo>
                    <a:pt x="4963" y="2501"/>
                  </a:lnTo>
                  <a:cubicBezTo>
                    <a:pt x="4963" y="1123"/>
                    <a:pt x="3855" y="1"/>
                    <a:pt x="2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8"/>
            <p:cNvSpPr/>
            <p:nvPr/>
          </p:nvSpPr>
          <p:spPr>
            <a:xfrm>
              <a:off x="4182159" y="4075269"/>
              <a:ext cx="143294" cy="82597"/>
            </a:xfrm>
            <a:custGeom>
              <a:rect b="b" l="l" r="r" t="t"/>
              <a:pathLst>
                <a:path extrusionOk="0" h="2859" w="4960">
                  <a:moveTo>
                    <a:pt x="2478" y="706"/>
                  </a:moveTo>
                  <a:cubicBezTo>
                    <a:pt x="3339" y="706"/>
                    <a:pt x="4053" y="1324"/>
                    <a:pt x="4213" y="2148"/>
                  </a:cubicBezTo>
                  <a:lnTo>
                    <a:pt x="738" y="2148"/>
                  </a:lnTo>
                  <a:cubicBezTo>
                    <a:pt x="903" y="1324"/>
                    <a:pt x="1626" y="706"/>
                    <a:pt x="2478" y="706"/>
                  </a:cubicBezTo>
                  <a:close/>
                  <a:moveTo>
                    <a:pt x="2482" y="1"/>
                  </a:moveTo>
                  <a:cubicBezTo>
                    <a:pt x="1113" y="1"/>
                    <a:pt x="1" y="1118"/>
                    <a:pt x="1" y="2501"/>
                  </a:cubicBezTo>
                  <a:lnTo>
                    <a:pt x="1" y="2858"/>
                  </a:lnTo>
                  <a:lnTo>
                    <a:pt x="4959" y="2858"/>
                  </a:lnTo>
                  <a:lnTo>
                    <a:pt x="4959" y="2501"/>
                  </a:lnTo>
                  <a:cubicBezTo>
                    <a:pt x="4959" y="1123"/>
                    <a:pt x="3851" y="1"/>
                    <a:pt x="24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60" name="Google Shape;860;p38"/>
          <p:cNvPicPr preferRelativeResize="0"/>
          <p:nvPr/>
        </p:nvPicPr>
        <p:blipFill>
          <a:blip r:embed="rId3">
            <a:alphaModFix amt="58000"/>
          </a:blip>
          <a:stretch>
            <a:fillRect/>
          </a:stretch>
        </p:blipFill>
        <p:spPr>
          <a:xfrm>
            <a:off x="3003450" y="1391225"/>
            <a:ext cx="5759949" cy="18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8"/>
          <p:cNvPicPr preferRelativeResize="0"/>
          <p:nvPr/>
        </p:nvPicPr>
        <p:blipFill>
          <a:blip r:embed="rId4">
            <a:alphaModFix amt="71000"/>
          </a:blip>
          <a:stretch>
            <a:fillRect/>
          </a:stretch>
        </p:blipFill>
        <p:spPr>
          <a:xfrm>
            <a:off x="3003450" y="3357075"/>
            <a:ext cx="5708749" cy="7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9"/>
          <p:cNvSpPr txBox="1"/>
          <p:nvPr>
            <p:ph type="title"/>
          </p:nvPr>
        </p:nvSpPr>
        <p:spPr>
          <a:xfrm>
            <a:off x="1527300" y="999600"/>
            <a:ext cx="608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Implementation</a:t>
            </a:r>
            <a:endParaRPr/>
          </a:p>
        </p:txBody>
      </p:sp>
      <p:sp>
        <p:nvSpPr>
          <p:cNvPr id="867" name="Google Shape;867;p39"/>
          <p:cNvSpPr txBox="1"/>
          <p:nvPr/>
        </p:nvSpPr>
        <p:spPr>
          <a:xfrm>
            <a:off x="938550" y="1784825"/>
            <a:ext cx="76929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 prototype implements the complete decision support pipeline, including: 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 frontend interface for clinicians to manage patients and sessions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Backend services for authentication, session handling, and data storage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 dedicated AI inference service for depression risk prediction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40"/>
          <p:cNvGrpSpPr/>
          <p:nvPr/>
        </p:nvGrpSpPr>
        <p:grpSpPr>
          <a:xfrm>
            <a:off x="5939875" y="1151087"/>
            <a:ext cx="3056143" cy="4090202"/>
            <a:chOff x="3718175" y="2010296"/>
            <a:chExt cx="996525" cy="1333704"/>
          </a:xfrm>
        </p:grpSpPr>
        <p:sp>
          <p:nvSpPr>
            <p:cNvPr id="873" name="Google Shape;873;p40"/>
            <p:cNvSpPr/>
            <p:nvPr/>
          </p:nvSpPr>
          <p:spPr>
            <a:xfrm>
              <a:off x="3955600" y="3114200"/>
              <a:ext cx="530900" cy="229800"/>
            </a:xfrm>
            <a:custGeom>
              <a:rect b="b" l="l" r="r" t="t"/>
              <a:pathLst>
                <a:path extrusionOk="0" h="9192" w="21236">
                  <a:moveTo>
                    <a:pt x="3347" y="1"/>
                  </a:moveTo>
                  <a:lnTo>
                    <a:pt x="1" y="9191"/>
                  </a:lnTo>
                  <a:lnTo>
                    <a:pt x="21235" y="9191"/>
                  </a:lnTo>
                  <a:lnTo>
                    <a:pt x="178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40"/>
            <p:cNvSpPr/>
            <p:nvPr/>
          </p:nvSpPr>
          <p:spPr>
            <a:xfrm>
              <a:off x="4021575" y="3160275"/>
              <a:ext cx="399525" cy="44525"/>
            </a:xfrm>
            <a:custGeom>
              <a:rect b="b" l="l" r="r" t="t"/>
              <a:pathLst>
                <a:path extrusionOk="0" h="1781" w="15981">
                  <a:moveTo>
                    <a:pt x="20" y="0"/>
                  </a:moveTo>
                  <a:lnTo>
                    <a:pt x="1" y="46"/>
                  </a:lnTo>
                  <a:cubicBezTo>
                    <a:pt x="34" y="63"/>
                    <a:pt x="3591" y="1781"/>
                    <a:pt x="7865" y="1781"/>
                  </a:cubicBezTo>
                  <a:cubicBezTo>
                    <a:pt x="12137" y="1781"/>
                    <a:pt x="15941" y="168"/>
                    <a:pt x="15980" y="152"/>
                  </a:cubicBezTo>
                  <a:lnTo>
                    <a:pt x="15960" y="109"/>
                  </a:lnTo>
                  <a:cubicBezTo>
                    <a:pt x="15921" y="125"/>
                    <a:pt x="12127" y="1731"/>
                    <a:pt x="7865" y="1731"/>
                  </a:cubicBezTo>
                  <a:cubicBezTo>
                    <a:pt x="3604" y="1731"/>
                    <a:pt x="60" y="17"/>
                    <a:pt x="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4024300" y="3151225"/>
              <a:ext cx="393925" cy="43775"/>
            </a:xfrm>
            <a:custGeom>
              <a:rect b="b" l="l" r="r" t="t"/>
              <a:pathLst>
                <a:path extrusionOk="0" h="1751" w="15757">
                  <a:moveTo>
                    <a:pt x="20" y="0"/>
                  </a:moveTo>
                  <a:lnTo>
                    <a:pt x="0" y="43"/>
                  </a:lnTo>
                  <a:cubicBezTo>
                    <a:pt x="36" y="60"/>
                    <a:pt x="3544" y="1751"/>
                    <a:pt x="7756" y="1751"/>
                  </a:cubicBezTo>
                  <a:cubicBezTo>
                    <a:pt x="11968" y="1751"/>
                    <a:pt x="15720" y="162"/>
                    <a:pt x="15756" y="148"/>
                  </a:cubicBezTo>
                  <a:lnTo>
                    <a:pt x="15736" y="102"/>
                  </a:lnTo>
                  <a:cubicBezTo>
                    <a:pt x="15700" y="119"/>
                    <a:pt x="11962" y="1708"/>
                    <a:pt x="7756" y="1708"/>
                  </a:cubicBezTo>
                  <a:cubicBezTo>
                    <a:pt x="3554" y="1708"/>
                    <a:pt x="53" y="17"/>
                    <a:pt x="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3990225" y="3187325"/>
              <a:ext cx="103850" cy="67250"/>
            </a:xfrm>
            <a:custGeom>
              <a:rect b="b" l="l" r="r" t="t"/>
              <a:pathLst>
                <a:path extrusionOk="0" h="2690" w="4154">
                  <a:moveTo>
                    <a:pt x="4111" y="1"/>
                  </a:moveTo>
                  <a:cubicBezTo>
                    <a:pt x="3719" y="929"/>
                    <a:pt x="3190" y="1636"/>
                    <a:pt x="2531" y="2094"/>
                  </a:cubicBezTo>
                  <a:cubicBezTo>
                    <a:pt x="2015" y="2455"/>
                    <a:pt x="1412" y="2643"/>
                    <a:pt x="838" y="2643"/>
                  </a:cubicBezTo>
                  <a:cubicBezTo>
                    <a:pt x="553" y="2643"/>
                    <a:pt x="275" y="2597"/>
                    <a:pt x="17" y="2502"/>
                  </a:cubicBezTo>
                  <a:lnTo>
                    <a:pt x="1" y="2548"/>
                  </a:lnTo>
                  <a:cubicBezTo>
                    <a:pt x="264" y="2640"/>
                    <a:pt x="547" y="2689"/>
                    <a:pt x="840" y="2689"/>
                  </a:cubicBezTo>
                  <a:cubicBezTo>
                    <a:pt x="1422" y="2689"/>
                    <a:pt x="2038" y="2499"/>
                    <a:pt x="2558" y="2137"/>
                  </a:cubicBezTo>
                  <a:cubicBezTo>
                    <a:pt x="3226" y="1669"/>
                    <a:pt x="3759" y="962"/>
                    <a:pt x="4154" y="21"/>
                  </a:cubicBezTo>
                  <a:lnTo>
                    <a:pt x="41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40"/>
            <p:cNvSpPr/>
            <p:nvPr/>
          </p:nvSpPr>
          <p:spPr>
            <a:xfrm>
              <a:off x="4348675" y="3187325"/>
              <a:ext cx="103925" cy="67250"/>
            </a:xfrm>
            <a:custGeom>
              <a:rect b="b" l="l" r="r" t="t"/>
              <a:pathLst>
                <a:path extrusionOk="0" h="2690" w="4157">
                  <a:moveTo>
                    <a:pt x="46" y="1"/>
                  </a:moveTo>
                  <a:lnTo>
                    <a:pt x="0" y="21"/>
                  </a:lnTo>
                  <a:cubicBezTo>
                    <a:pt x="392" y="959"/>
                    <a:pt x="932" y="1669"/>
                    <a:pt x="1596" y="2137"/>
                  </a:cubicBezTo>
                  <a:cubicBezTo>
                    <a:pt x="2123" y="2499"/>
                    <a:pt x="2732" y="2689"/>
                    <a:pt x="3317" y="2689"/>
                  </a:cubicBezTo>
                  <a:cubicBezTo>
                    <a:pt x="3604" y="2689"/>
                    <a:pt x="3893" y="2640"/>
                    <a:pt x="4157" y="2548"/>
                  </a:cubicBezTo>
                  <a:lnTo>
                    <a:pt x="4140" y="2502"/>
                  </a:lnTo>
                  <a:cubicBezTo>
                    <a:pt x="3884" y="2597"/>
                    <a:pt x="3606" y="2643"/>
                    <a:pt x="3321" y="2643"/>
                  </a:cubicBezTo>
                  <a:cubicBezTo>
                    <a:pt x="2747" y="2643"/>
                    <a:pt x="2143" y="2455"/>
                    <a:pt x="1626" y="2094"/>
                  </a:cubicBezTo>
                  <a:cubicBezTo>
                    <a:pt x="968" y="1636"/>
                    <a:pt x="438" y="929"/>
                    <a:pt x="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0"/>
            <p:cNvSpPr/>
            <p:nvPr/>
          </p:nvSpPr>
          <p:spPr>
            <a:xfrm>
              <a:off x="3727225" y="2110950"/>
              <a:ext cx="987475" cy="951975"/>
            </a:xfrm>
            <a:custGeom>
              <a:rect b="b" l="l" r="r" t="t"/>
              <a:pathLst>
                <a:path extrusionOk="0" h="38079" w="39499">
                  <a:moveTo>
                    <a:pt x="19850" y="1"/>
                  </a:moveTo>
                  <a:cubicBezTo>
                    <a:pt x="16033" y="1"/>
                    <a:pt x="14098" y="1952"/>
                    <a:pt x="13061" y="3189"/>
                  </a:cubicBezTo>
                  <a:cubicBezTo>
                    <a:pt x="10527" y="6204"/>
                    <a:pt x="9471" y="12904"/>
                    <a:pt x="6937" y="16533"/>
                  </a:cubicBezTo>
                  <a:cubicBezTo>
                    <a:pt x="5819" y="18136"/>
                    <a:pt x="2985" y="21124"/>
                    <a:pt x="2054" y="22835"/>
                  </a:cubicBezTo>
                  <a:cubicBezTo>
                    <a:pt x="478" y="25737"/>
                    <a:pt x="1" y="29331"/>
                    <a:pt x="1518" y="32263"/>
                  </a:cubicBezTo>
                  <a:cubicBezTo>
                    <a:pt x="2903" y="34951"/>
                    <a:pt x="5786" y="36754"/>
                    <a:pt x="8843" y="37511"/>
                  </a:cubicBezTo>
                  <a:cubicBezTo>
                    <a:pt x="10371" y="37890"/>
                    <a:pt x="15064" y="38079"/>
                    <a:pt x="19755" y="38079"/>
                  </a:cubicBezTo>
                  <a:cubicBezTo>
                    <a:pt x="24447" y="38079"/>
                    <a:pt x="29138" y="37890"/>
                    <a:pt x="30663" y="37511"/>
                  </a:cubicBezTo>
                  <a:cubicBezTo>
                    <a:pt x="33720" y="36754"/>
                    <a:pt x="36603" y="34951"/>
                    <a:pt x="37988" y="32263"/>
                  </a:cubicBezTo>
                  <a:cubicBezTo>
                    <a:pt x="39499" y="29331"/>
                    <a:pt x="39025" y="25737"/>
                    <a:pt x="37449" y="22835"/>
                  </a:cubicBezTo>
                  <a:cubicBezTo>
                    <a:pt x="36524" y="21127"/>
                    <a:pt x="33687" y="18136"/>
                    <a:pt x="32568" y="16533"/>
                  </a:cubicBezTo>
                  <a:cubicBezTo>
                    <a:pt x="30035" y="12904"/>
                    <a:pt x="28975" y="6204"/>
                    <a:pt x="26445" y="3189"/>
                  </a:cubicBezTo>
                  <a:cubicBezTo>
                    <a:pt x="25428" y="1979"/>
                    <a:pt x="23664" y="1"/>
                    <a:pt x="198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4168675" y="2537750"/>
              <a:ext cx="104675" cy="37050"/>
            </a:xfrm>
            <a:custGeom>
              <a:rect b="b" l="l" r="r" t="t"/>
              <a:pathLst>
                <a:path extrusionOk="0" h="1482" w="4187">
                  <a:moveTo>
                    <a:pt x="172" y="1"/>
                  </a:moveTo>
                  <a:cubicBezTo>
                    <a:pt x="172" y="1"/>
                    <a:pt x="102" y="455"/>
                    <a:pt x="0" y="1021"/>
                  </a:cubicBezTo>
                  <a:cubicBezTo>
                    <a:pt x="633" y="1321"/>
                    <a:pt x="1331" y="1482"/>
                    <a:pt x="2038" y="1482"/>
                  </a:cubicBezTo>
                  <a:cubicBezTo>
                    <a:pt x="2052" y="1482"/>
                    <a:pt x="2066" y="1482"/>
                    <a:pt x="2080" y="1482"/>
                  </a:cubicBezTo>
                  <a:cubicBezTo>
                    <a:pt x="2804" y="1472"/>
                    <a:pt x="3538" y="1287"/>
                    <a:pt x="4186" y="945"/>
                  </a:cubicBezTo>
                  <a:cubicBezTo>
                    <a:pt x="4091" y="419"/>
                    <a:pt x="4031" y="1"/>
                    <a:pt x="4031" y="1"/>
                  </a:cubicBezTo>
                  <a:lnTo>
                    <a:pt x="2100" y="284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0300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0"/>
            <p:cNvSpPr/>
            <p:nvPr/>
          </p:nvSpPr>
          <p:spPr>
            <a:xfrm>
              <a:off x="4134375" y="2561450"/>
              <a:ext cx="169075" cy="115025"/>
            </a:xfrm>
            <a:custGeom>
              <a:rect b="b" l="l" r="r" t="t"/>
              <a:pathLst>
                <a:path extrusionOk="0" h="4601" w="6763">
                  <a:moveTo>
                    <a:pt x="5558" y="1"/>
                  </a:moveTo>
                  <a:cubicBezTo>
                    <a:pt x="4910" y="339"/>
                    <a:pt x="4179" y="527"/>
                    <a:pt x="3446" y="537"/>
                  </a:cubicBezTo>
                  <a:cubicBezTo>
                    <a:pt x="3431" y="537"/>
                    <a:pt x="3417" y="537"/>
                    <a:pt x="3402" y="537"/>
                  </a:cubicBezTo>
                  <a:cubicBezTo>
                    <a:pt x="2700" y="537"/>
                    <a:pt x="2001" y="379"/>
                    <a:pt x="1363" y="76"/>
                  </a:cubicBezTo>
                  <a:cubicBezTo>
                    <a:pt x="1267" y="593"/>
                    <a:pt x="1145" y="1202"/>
                    <a:pt x="1020" y="1623"/>
                  </a:cubicBezTo>
                  <a:cubicBezTo>
                    <a:pt x="964" y="1814"/>
                    <a:pt x="583" y="2084"/>
                    <a:pt x="0" y="2406"/>
                  </a:cubicBezTo>
                  <a:cubicBezTo>
                    <a:pt x="589" y="3239"/>
                    <a:pt x="1813" y="4601"/>
                    <a:pt x="3557" y="4601"/>
                  </a:cubicBezTo>
                  <a:cubicBezTo>
                    <a:pt x="5262" y="4601"/>
                    <a:pt x="6282" y="3209"/>
                    <a:pt x="6763" y="2314"/>
                  </a:cubicBezTo>
                  <a:cubicBezTo>
                    <a:pt x="6279" y="2031"/>
                    <a:pt x="5963" y="1794"/>
                    <a:pt x="5914" y="1623"/>
                  </a:cubicBezTo>
                  <a:cubicBezTo>
                    <a:pt x="5785" y="1182"/>
                    <a:pt x="5654" y="537"/>
                    <a:pt x="5558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0"/>
            <p:cNvSpPr/>
            <p:nvPr/>
          </p:nvSpPr>
          <p:spPr>
            <a:xfrm>
              <a:off x="4064675" y="2181300"/>
              <a:ext cx="312725" cy="383300"/>
            </a:xfrm>
            <a:custGeom>
              <a:rect b="b" l="l" r="r" t="t"/>
              <a:pathLst>
                <a:path extrusionOk="0" h="15332" w="12509">
                  <a:moveTo>
                    <a:pt x="6257" y="0"/>
                  </a:moveTo>
                  <a:cubicBezTo>
                    <a:pt x="2801" y="0"/>
                    <a:pt x="1" y="2801"/>
                    <a:pt x="1" y="6256"/>
                  </a:cubicBezTo>
                  <a:cubicBezTo>
                    <a:pt x="1" y="9711"/>
                    <a:pt x="1785" y="15332"/>
                    <a:pt x="6092" y="15332"/>
                  </a:cubicBezTo>
                  <a:cubicBezTo>
                    <a:pt x="10400" y="15332"/>
                    <a:pt x="12509" y="9711"/>
                    <a:pt x="12509" y="6256"/>
                  </a:cubicBezTo>
                  <a:cubicBezTo>
                    <a:pt x="12509" y="2801"/>
                    <a:pt x="9708" y="4"/>
                    <a:pt x="6257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4049950" y="2159450"/>
              <a:ext cx="332400" cy="249175"/>
            </a:xfrm>
            <a:custGeom>
              <a:rect b="b" l="l" r="r" t="t"/>
              <a:pathLst>
                <a:path extrusionOk="0" h="9967" w="13296">
                  <a:moveTo>
                    <a:pt x="7099" y="1"/>
                  </a:moveTo>
                  <a:cubicBezTo>
                    <a:pt x="7003" y="1"/>
                    <a:pt x="6906" y="2"/>
                    <a:pt x="6809" y="6"/>
                  </a:cubicBezTo>
                  <a:cubicBezTo>
                    <a:pt x="5447" y="52"/>
                    <a:pt x="4075" y="447"/>
                    <a:pt x="2972" y="1249"/>
                  </a:cubicBezTo>
                  <a:cubicBezTo>
                    <a:pt x="1696" y="2177"/>
                    <a:pt x="840" y="3615"/>
                    <a:pt x="422" y="5136"/>
                  </a:cubicBezTo>
                  <a:cubicBezTo>
                    <a:pt x="1" y="6659"/>
                    <a:pt x="119" y="8354"/>
                    <a:pt x="300" y="9920"/>
                  </a:cubicBezTo>
                  <a:cubicBezTo>
                    <a:pt x="991" y="9614"/>
                    <a:pt x="1396" y="8900"/>
                    <a:pt x="1656" y="8193"/>
                  </a:cubicBezTo>
                  <a:cubicBezTo>
                    <a:pt x="1939" y="7419"/>
                    <a:pt x="2100" y="6600"/>
                    <a:pt x="2137" y="5777"/>
                  </a:cubicBezTo>
                  <a:cubicBezTo>
                    <a:pt x="2518" y="6185"/>
                    <a:pt x="2966" y="6626"/>
                    <a:pt x="3476" y="6857"/>
                  </a:cubicBezTo>
                  <a:cubicBezTo>
                    <a:pt x="3540" y="6885"/>
                    <a:pt x="3618" y="6908"/>
                    <a:pt x="3688" y="6908"/>
                  </a:cubicBezTo>
                  <a:cubicBezTo>
                    <a:pt x="3751" y="6908"/>
                    <a:pt x="3807" y="6890"/>
                    <a:pt x="3844" y="6840"/>
                  </a:cubicBezTo>
                  <a:cubicBezTo>
                    <a:pt x="3900" y="6765"/>
                    <a:pt x="3874" y="6663"/>
                    <a:pt x="3848" y="6570"/>
                  </a:cubicBezTo>
                  <a:cubicBezTo>
                    <a:pt x="3693" y="6083"/>
                    <a:pt x="3489" y="5610"/>
                    <a:pt x="3239" y="5162"/>
                  </a:cubicBezTo>
                  <a:lnTo>
                    <a:pt x="3239" y="5162"/>
                  </a:lnTo>
                  <a:cubicBezTo>
                    <a:pt x="4279" y="6083"/>
                    <a:pt x="5697" y="6449"/>
                    <a:pt x="7076" y="6633"/>
                  </a:cubicBezTo>
                  <a:cubicBezTo>
                    <a:pt x="7603" y="6704"/>
                    <a:pt x="8140" y="6750"/>
                    <a:pt x="8674" y="6750"/>
                  </a:cubicBezTo>
                  <a:cubicBezTo>
                    <a:pt x="9453" y="6750"/>
                    <a:pt x="10226" y="6652"/>
                    <a:pt x="10956" y="6386"/>
                  </a:cubicBezTo>
                  <a:cubicBezTo>
                    <a:pt x="11100" y="7077"/>
                    <a:pt x="11235" y="7854"/>
                    <a:pt x="11548" y="8489"/>
                  </a:cubicBezTo>
                  <a:cubicBezTo>
                    <a:pt x="11861" y="9121"/>
                    <a:pt x="12354" y="9693"/>
                    <a:pt x="13002" y="9966"/>
                  </a:cubicBezTo>
                  <a:cubicBezTo>
                    <a:pt x="12920" y="8453"/>
                    <a:pt x="13295" y="6995"/>
                    <a:pt x="13206" y="5481"/>
                  </a:cubicBezTo>
                  <a:cubicBezTo>
                    <a:pt x="13114" y="3968"/>
                    <a:pt x="12667" y="2381"/>
                    <a:pt x="11518" y="1384"/>
                  </a:cubicBezTo>
                  <a:cubicBezTo>
                    <a:pt x="10972" y="911"/>
                    <a:pt x="10301" y="598"/>
                    <a:pt x="9610" y="384"/>
                  </a:cubicBezTo>
                  <a:cubicBezTo>
                    <a:pt x="8797" y="130"/>
                    <a:pt x="7948" y="1"/>
                    <a:pt x="7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0"/>
            <p:cNvSpPr/>
            <p:nvPr/>
          </p:nvSpPr>
          <p:spPr>
            <a:xfrm>
              <a:off x="4023225" y="2360400"/>
              <a:ext cx="72500" cy="91775"/>
            </a:xfrm>
            <a:custGeom>
              <a:rect b="b" l="l" r="r" t="t"/>
              <a:pathLst>
                <a:path extrusionOk="0" h="3671" w="2900">
                  <a:moveTo>
                    <a:pt x="1203" y="0"/>
                  </a:moveTo>
                  <a:cubicBezTo>
                    <a:pt x="461" y="0"/>
                    <a:pt x="0" y="963"/>
                    <a:pt x="79" y="1757"/>
                  </a:cubicBezTo>
                  <a:cubicBezTo>
                    <a:pt x="129" y="2244"/>
                    <a:pt x="353" y="2705"/>
                    <a:pt x="662" y="3064"/>
                  </a:cubicBezTo>
                  <a:cubicBezTo>
                    <a:pt x="872" y="3304"/>
                    <a:pt x="1123" y="3508"/>
                    <a:pt x="1402" y="3607"/>
                  </a:cubicBezTo>
                  <a:cubicBezTo>
                    <a:pt x="1521" y="3649"/>
                    <a:pt x="1645" y="3671"/>
                    <a:pt x="1767" y="3671"/>
                  </a:cubicBezTo>
                  <a:cubicBezTo>
                    <a:pt x="1933" y="3671"/>
                    <a:pt x="2095" y="3630"/>
                    <a:pt x="2235" y="3541"/>
                  </a:cubicBezTo>
                  <a:cubicBezTo>
                    <a:pt x="2455" y="3396"/>
                    <a:pt x="2607" y="3146"/>
                    <a:pt x="2699" y="2870"/>
                  </a:cubicBezTo>
                  <a:cubicBezTo>
                    <a:pt x="2900" y="2231"/>
                    <a:pt x="2768" y="1468"/>
                    <a:pt x="2419" y="869"/>
                  </a:cubicBezTo>
                  <a:cubicBezTo>
                    <a:pt x="2176" y="454"/>
                    <a:pt x="1810" y="105"/>
                    <a:pt x="1389" y="20"/>
                  </a:cubicBezTo>
                  <a:cubicBezTo>
                    <a:pt x="1325" y="6"/>
                    <a:pt x="1263" y="0"/>
                    <a:pt x="1203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4025125" y="2377200"/>
              <a:ext cx="58025" cy="62850"/>
            </a:xfrm>
            <a:custGeom>
              <a:rect b="b" l="l" r="r" t="t"/>
              <a:pathLst>
                <a:path extrusionOk="0" h="2514" w="2321">
                  <a:moveTo>
                    <a:pt x="1016" y="1"/>
                  </a:moveTo>
                  <a:cubicBezTo>
                    <a:pt x="781" y="1"/>
                    <a:pt x="547" y="119"/>
                    <a:pt x="438" y="335"/>
                  </a:cubicBezTo>
                  <a:cubicBezTo>
                    <a:pt x="438" y="335"/>
                    <a:pt x="0" y="1085"/>
                    <a:pt x="800" y="2000"/>
                  </a:cubicBezTo>
                  <a:cubicBezTo>
                    <a:pt x="1147" y="2396"/>
                    <a:pt x="1465" y="2513"/>
                    <a:pt x="1719" y="2513"/>
                  </a:cubicBezTo>
                  <a:cubicBezTo>
                    <a:pt x="2086" y="2513"/>
                    <a:pt x="2320" y="2270"/>
                    <a:pt x="2320" y="2270"/>
                  </a:cubicBezTo>
                  <a:cubicBezTo>
                    <a:pt x="2113" y="2244"/>
                    <a:pt x="1919" y="2155"/>
                    <a:pt x="1754" y="2017"/>
                  </a:cubicBezTo>
                  <a:cubicBezTo>
                    <a:pt x="1705" y="1974"/>
                    <a:pt x="1655" y="1918"/>
                    <a:pt x="1665" y="1852"/>
                  </a:cubicBezTo>
                  <a:cubicBezTo>
                    <a:pt x="1669" y="1813"/>
                    <a:pt x="1695" y="1786"/>
                    <a:pt x="1715" y="1757"/>
                  </a:cubicBezTo>
                  <a:cubicBezTo>
                    <a:pt x="1846" y="1592"/>
                    <a:pt x="2007" y="1447"/>
                    <a:pt x="2182" y="1342"/>
                  </a:cubicBezTo>
                  <a:cubicBezTo>
                    <a:pt x="2083" y="1062"/>
                    <a:pt x="1984" y="779"/>
                    <a:pt x="1826" y="533"/>
                  </a:cubicBezTo>
                  <a:cubicBezTo>
                    <a:pt x="1665" y="286"/>
                    <a:pt x="1435" y="78"/>
                    <a:pt x="1158" y="16"/>
                  </a:cubicBezTo>
                  <a:cubicBezTo>
                    <a:pt x="1112" y="6"/>
                    <a:pt x="1064" y="1"/>
                    <a:pt x="1016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4036225" y="2376475"/>
              <a:ext cx="46925" cy="57325"/>
            </a:xfrm>
            <a:custGeom>
              <a:rect b="b" l="l" r="r" t="t"/>
              <a:pathLst>
                <a:path extrusionOk="0" h="2293" w="1877">
                  <a:moveTo>
                    <a:pt x="596" y="1"/>
                  </a:moveTo>
                  <a:cubicBezTo>
                    <a:pt x="571" y="1"/>
                    <a:pt x="546" y="2"/>
                    <a:pt x="520" y="5"/>
                  </a:cubicBezTo>
                  <a:cubicBezTo>
                    <a:pt x="412" y="19"/>
                    <a:pt x="300" y="55"/>
                    <a:pt x="208" y="117"/>
                  </a:cubicBezTo>
                  <a:cubicBezTo>
                    <a:pt x="165" y="144"/>
                    <a:pt x="122" y="183"/>
                    <a:pt x="86" y="223"/>
                  </a:cubicBezTo>
                  <a:cubicBezTo>
                    <a:pt x="50" y="269"/>
                    <a:pt x="20" y="315"/>
                    <a:pt x="0" y="364"/>
                  </a:cubicBezTo>
                  <a:cubicBezTo>
                    <a:pt x="23" y="318"/>
                    <a:pt x="60" y="272"/>
                    <a:pt x="96" y="223"/>
                  </a:cubicBezTo>
                  <a:cubicBezTo>
                    <a:pt x="135" y="186"/>
                    <a:pt x="178" y="153"/>
                    <a:pt x="224" y="127"/>
                  </a:cubicBezTo>
                  <a:cubicBezTo>
                    <a:pt x="320" y="78"/>
                    <a:pt x="422" y="51"/>
                    <a:pt x="524" y="45"/>
                  </a:cubicBezTo>
                  <a:cubicBezTo>
                    <a:pt x="531" y="45"/>
                    <a:pt x="539" y="45"/>
                    <a:pt x="546" y="45"/>
                  </a:cubicBezTo>
                  <a:cubicBezTo>
                    <a:pt x="643" y="45"/>
                    <a:pt x="738" y="64"/>
                    <a:pt x="826" y="104"/>
                  </a:cubicBezTo>
                  <a:cubicBezTo>
                    <a:pt x="872" y="124"/>
                    <a:pt x="915" y="150"/>
                    <a:pt x="961" y="177"/>
                  </a:cubicBezTo>
                  <a:cubicBezTo>
                    <a:pt x="1004" y="206"/>
                    <a:pt x="1044" y="239"/>
                    <a:pt x="1086" y="272"/>
                  </a:cubicBezTo>
                  <a:cubicBezTo>
                    <a:pt x="1241" y="410"/>
                    <a:pt x="1359" y="588"/>
                    <a:pt x="1455" y="779"/>
                  </a:cubicBezTo>
                  <a:cubicBezTo>
                    <a:pt x="1545" y="956"/>
                    <a:pt x="1615" y="1149"/>
                    <a:pt x="1684" y="1342"/>
                  </a:cubicBezTo>
                  <a:lnTo>
                    <a:pt x="1684" y="1342"/>
                  </a:lnTo>
                  <a:cubicBezTo>
                    <a:pt x="1581" y="1409"/>
                    <a:pt x="1489" y="1485"/>
                    <a:pt x="1402" y="1572"/>
                  </a:cubicBezTo>
                  <a:cubicBezTo>
                    <a:pt x="1356" y="1618"/>
                    <a:pt x="1310" y="1667"/>
                    <a:pt x="1271" y="1720"/>
                  </a:cubicBezTo>
                  <a:cubicBezTo>
                    <a:pt x="1251" y="1743"/>
                    <a:pt x="1228" y="1769"/>
                    <a:pt x="1208" y="1802"/>
                  </a:cubicBezTo>
                  <a:cubicBezTo>
                    <a:pt x="1201" y="1819"/>
                    <a:pt x="1192" y="1838"/>
                    <a:pt x="1188" y="1861"/>
                  </a:cubicBezTo>
                  <a:cubicBezTo>
                    <a:pt x="1188" y="1881"/>
                    <a:pt x="1188" y="1901"/>
                    <a:pt x="1192" y="1921"/>
                  </a:cubicBezTo>
                  <a:cubicBezTo>
                    <a:pt x="1218" y="2000"/>
                    <a:pt x="1277" y="2042"/>
                    <a:pt x="1327" y="2082"/>
                  </a:cubicBezTo>
                  <a:cubicBezTo>
                    <a:pt x="1382" y="2125"/>
                    <a:pt x="1438" y="2157"/>
                    <a:pt x="1498" y="2184"/>
                  </a:cubicBezTo>
                  <a:cubicBezTo>
                    <a:pt x="1616" y="2243"/>
                    <a:pt x="1744" y="2283"/>
                    <a:pt x="1876" y="2292"/>
                  </a:cubicBezTo>
                  <a:cubicBezTo>
                    <a:pt x="1748" y="2266"/>
                    <a:pt x="1629" y="2220"/>
                    <a:pt x="1517" y="2157"/>
                  </a:cubicBezTo>
                  <a:cubicBezTo>
                    <a:pt x="1458" y="2125"/>
                    <a:pt x="1409" y="2085"/>
                    <a:pt x="1359" y="2046"/>
                  </a:cubicBezTo>
                  <a:cubicBezTo>
                    <a:pt x="1336" y="2019"/>
                    <a:pt x="1317" y="2003"/>
                    <a:pt x="1294" y="1980"/>
                  </a:cubicBezTo>
                  <a:cubicBezTo>
                    <a:pt x="1277" y="1960"/>
                    <a:pt x="1261" y="1934"/>
                    <a:pt x="1257" y="1911"/>
                  </a:cubicBezTo>
                  <a:cubicBezTo>
                    <a:pt x="1254" y="1884"/>
                    <a:pt x="1257" y="1865"/>
                    <a:pt x="1274" y="1838"/>
                  </a:cubicBezTo>
                  <a:cubicBezTo>
                    <a:pt x="1290" y="1819"/>
                    <a:pt x="1310" y="1792"/>
                    <a:pt x="1333" y="1769"/>
                  </a:cubicBezTo>
                  <a:cubicBezTo>
                    <a:pt x="1373" y="1723"/>
                    <a:pt x="1419" y="1677"/>
                    <a:pt x="1465" y="1634"/>
                  </a:cubicBezTo>
                  <a:cubicBezTo>
                    <a:pt x="1557" y="1549"/>
                    <a:pt x="1662" y="1470"/>
                    <a:pt x="1767" y="1404"/>
                  </a:cubicBezTo>
                  <a:lnTo>
                    <a:pt x="1797" y="1387"/>
                  </a:lnTo>
                  <a:lnTo>
                    <a:pt x="1784" y="1355"/>
                  </a:lnTo>
                  <a:cubicBezTo>
                    <a:pt x="1715" y="1147"/>
                    <a:pt x="1642" y="943"/>
                    <a:pt x="1544" y="746"/>
                  </a:cubicBezTo>
                  <a:cubicBezTo>
                    <a:pt x="1498" y="647"/>
                    <a:pt x="1438" y="552"/>
                    <a:pt x="1373" y="463"/>
                  </a:cubicBezTo>
                  <a:cubicBezTo>
                    <a:pt x="1307" y="371"/>
                    <a:pt x="1228" y="288"/>
                    <a:pt x="1142" y="219"/>
                  </a:cubicBezTo>
                  <a:cubicBezTo>
                    <a:pt x="1057" y="150"/>
                    <a:pt x="961" y="88"/>
                    <a:pt x="856" y="51"/>
                  </a:cubicBezTo>
                  <a:cubicBezTo>
                    <a:pt x="772" y="18"/>
                    <a:pt x="684" y="1"/>
                    <a:pt x="5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0"/>
            <p:cNvSpPr/>
            <p:nvPr/>
          </p:nvSpPr>
          <p:spPr>
            <a:xfrm>
              <a:off x="4346450" y="2360400"/>
              <a:ext cx="72575" cy="91775"/>
            </a:xfrm>
            <a:custGeom>
              <a:rect b="b" l="l" r="r" t="t"/>
              <a:pathLst>
                <a:path extrusionOk="0" h="3671" w="2903">
                  <a:moveTo>
                    <a:pt x="1697" y="0"/>
                  </a:moveTo>
                  <a:cubicBezTo>
                    <a:pt x="1637" y="0"/>
                    <a:pt x="1575" y="6"/>
                    <a:pt x="1511" y="20"/>
                  </a:cubicBezTo>
                  <a:cubicBezTo>
                    <a:pt x="1090" y="105"/>
                    <a:pt x="725" y="454"/>
                    <a:pt x="481" y="869"/>
                  </a:cubicBezTo>
                  <a:cubicBezTo>
                    <a:pt x="132" y="1468"/>
                    <a:pt x="1" y="2231"/>
                    <a:pt x="201" y="2870"/>
                  </a:cubicBezTo>
                  <a:cubicBezTo>
                    <a:pt x="293" y="3146"/>
                    <a:pt x="445" y="3396"/>
                    <a:pt x="665" y="3541"/>
                  </a:cubicBezTo>
                  <a:cubicBezTo>
                    <a:pt x="805" y="3630"/>
                    <a:pt x="967" y="3671"/>
                    <a:pt x="1133" y="3671"/>
                  </a:cubicBezTo>
                  <a:cubicBezTo>
                    <a:pt x="1255" y="3671"/>
                    <a:pt x="1379" y="3649"/>
                    <a:pt x="1498" y="3607"/>
                  </a:cubicBezTo>
                  <a:cubicBezTo>
                    <a:pt x="1778" y="3508"/>
                    <a:pt x="2028" y="3304"/>
                    <a:pt x="2238" y="3064"/>
                  </a:cubicBezTo>
                  <a:cubicBezTo>
                    <a:pt x="2548" y="2705"/>
                    <a:pt x="2771" y="2244"/>
                    <a:pt x="2821" y="1757"/>
                  </a:cubicBezTo>
                  <a:cubicBezTo>
                    <a:pt x="2903" y="963"/>
                    <a:pt x="2436" y="0"/>
                    <a:pt x="1697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0"/>
            <p:cNvSpPr/>
            <p:nvPr/>
          </p:nvSpPr>
          <p:spPr>
            <a:xfrm>
              <a:off x="4358950" y="2377200"/>
              <a:ext cx="58025" cy="62850"/>
            </a:xfrm>
            <a:custGeom>
              <a:rect b="b" l="l" r="r" t="t"/>
              <a:pathLst>
                <a:path extrusionOk="0" h="2514" w="2321">
                  <a:moveTo>
                    <a:pt x="1304" y="1"/>
                  </a:moveTo>
                  <a:cubicBezTo>
                    <a:pt x="1256" y="1"/>
                    <a:pt x="1209" y="6"/>
                    <a:pt x="1162" y="16"/>
                  </a:cubicBezTo>
                  <a:cubicBezTo>
                    <a:pt x="886" y="78"/>
                    <a:pt x="656" y="286"/>
                    <a:pt x="494" y="533"/>
                  </a:cubicBezTo>
                  <a:cubicBezTo>
                    <a:pt x="336" y="779"/>
                    <a:pt x="238" y="1062"/>
                    <a:pt x="139" y="1342"/>
                  </a:cubicBezTo>
                  <a:cubicBezTo>
                    <a:pt x="313" y="1447"/>
                    <a:pt x="475" y="1592"/>
                    <a:pt x="606" y="1757"/>
                  </a:cubicBezTo>
                  <a:cubicBezTo>
                    <a:pt x="626" y="1786"/>
                    <a:pt x="652" y="1813"/>
                    <a:pt x="656" y="1852"/>
                  </a:cubicBezTo>
                  <a:cubicBezTo>
                    <a:pt x="665" y="1918"/>
                    <a:pt x="616" y="1974"/>
                    <a:pt x="567" y="2017"/>
                  </a:cubicBezTo>
                  <a:cubicBezTo>
                    <a:pt x="402" y="2155"/>
                    <a:pt x="208" y="2244"/>
                    <a:pt x="1" y="2270"/>
                  </a:cubicBezTo>
                  <a:cubicBezTo>
                    <a:pt x="1" y="2270"/>
                    <a:pt x="235" y="2513"/>
                    <a:pt x="601" y="2513"/>
                  </a:cubicBezTo>
                  <a:cubicBezTo>
                    <a:pt x="854" y="2513"/>
                    <a:pt x="1171" y="2396"/>
                    <a:pt x="1518" y="2000"/>
                  </a:cubicBezTo>
                  <a:cubicBezTo>
                    <a:pt x="2321" y="1085"/>
                    <a:pt x="1880" y="335"/>
                    <a:pt x="1880" y="335"/>
                  </a:cubicBezTo>
                  <a:cubicBezTo>
                    <a:pt x="1773" y="119"/>
                    <a:pt x="1537" y="1"/>
                    <a:pt x="1304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0"/>
            <p:cNvSpPr/>
            <p:nvPr/>
          </p:nvSpPr>
          <p:spPr>
            <a:xfrm>
              <a:off x="4359050" y="2376825"/>
              <a:ext cx="47000" cy="57300"/>
            </a:xfrm>
            <a:custGeom>
              <a:rect b="b" l="l" r="r" t="t"/>
              <a:pathLst>
                <a:path extrusionOk="0" h="2292" w="1880">
                  <a:moveTo>
                    <a:pt x="1278" y="0"/>
                  </a:moveTo>
                  <a:cubicBezTo>
                    <a:pt x="1191" y="0"/>
                    <a:pt x="1101" y="17"/>
                    <a:pt x="1020" y="47"/>
                  </a:cubicBezTo>
                  <a:cubicBezTo>
                    <a:pt x="918" y="87"/>
                    <a:pt x="819" y="146"/>
                    <a:pt x="734" y="218"/>
                  </a:cubicBezTo>
                  <a:cubicBezTo>
                    <a:pt x="648" y="288"/>
                    <a:pt x="569" y="370"/>
                    <a:pt x="504" y="459"/>
                  </a:cubicBezTo>
                  <a:cubicBezTo>
                    <a:pt x="438" y="551"/>
                    <a:pt x="378" y="646"/>
                    <a:pt x="329" y="745"/>
                  </a:cubicBezTo>
                  <a:cubicBezTo>
                    <a:pt x="230" y="942"/>
                    <a:pt x="161" y="1146"/>
                    <a:pt x="92" y="1354"/>
                  </a:cubicBezTo>
                  <a:lnTo>
                    <a:pt x="79" y="1387"/>
                  </a:lnTo>
                  <a:lnTo>
                    <a:pt x="109" y="1403"/>
                  </a:lnTo>
                  <a:cubicBezTo>
                    <a:pt x="221" y="1469"/>
                    <a:pt x="323" y="1545"/>
                    <a:pt x="411" y="1633"/>
                  </a:cubicBezTo>
                  <a:cubicBezTo>
                    <a:pt x="457" y="1673"/>
                    <a:pt x="504" y="1719"/>
                    <a:pt x="543" y="1768"/>
                  </a:cubicBezTo>
                  <a:cubicBezTo>
                    <a:pt x="566" y="1788"/>
                    <a:pt x="589" y="1814"/>
                    <a:pt x="602" y="1837"/>
                  </a:cubicBezTo>
                  <a:cubicBezTo>
                    <a:pt x="619" y="1864"/>
                    <a:pt x="622" y="1884"/>
                    <a:pt x="619" y="1907"/>
                  </a:cubicBezTo>
                  <a:cubicBezTo>
                    <a:pt x="615" y="1930"/>
                    <a:pt x="602" y="1956"/>
                    <a:pt x="582" y="1979"/>
                  </a:cubicBezTo>
                  <a:cubicBezTo>
                    <a:pt x="566" y="2002"/>
                    <a:pt x="540" y="2022"/>
                    <a:pt x="517" y="2045"/>
                  </a:cubicBezTo>
                  <a:cubicBezTo>
                    <a:pt x="467" y="2084"/>
                    <a:pt x="411" y="2120"/>
                    <a:pt x="359" y="2153"/>
                  </a:cubicBezTo>
                  <a:cubicBezTo>
                    <a:pt x="253" y="2219"/>
                    <a:pt x="128" y="2265"/>
                    <a:pt x="0" y="2292"/>
                  </a:cubicBezTo>
                  <a:cubicBezTo>
                    <a:pt x="132" y="2278"/>
                    <a:pt x="260" y="2242"/>
                    <a:pt x="378" y="2183"/>
                  </a:cubicBezTo>
                  <a:cubicBezTo>
                    <a:pt x="438" y="2153"/>
                    <a:pt x="494" y="2120"/>
                    <a:pt x="550" y="2081"/>
                  </a:cubicBezTo>
                  <a:cubicBezTo>
                    <a:pt x="602" y="2045"/>
                    <a:pt x="658" y="1999"/>
                    <a:pt x="685" y="1920"/>
                  </a:cubicBezTo>
                  <a:cubicBezTo>
                    <a:pt x="691" y="1900"/>
                    <a:pt x="691" y="1880"/>
                    <a:pt x="688" y="1857"/>
                  </a:cubicBezTo>
                  <a:cubicBezTo>
                    <a:pt x="685" y="1837"/>
                    <a:pt x="675" y="1818"/>
                    <a:pt x="668" y="1801"/>
                  </a:cubicBezTo>
                  <a:cubicBezTo>
                    <a:pt x="648" y="1768"/>
                    <a:pt x="625" y="1742"/>
                    <a:pt x="606" y="1719"/>
                  </a:cubicBezTo>
                  <a:cubicBezTo>
                    <a:pt x="566" y="1670"/>
                    <a:pt x="520" y="1617"/>
                    <a:pt x="474" y="1571"/>
                  </a:cubicBezTo>
                  <a:cubicBezTo>
                    <a:pt x="388" y="1485"/>
                    <a:pt x="293" y="1406"/>
                    <a:pt x="193" y="1341"/>
                  </a:cubicBezTo>
                  <a:lnTo>
                    <a:pt x="193" y="1341"/>
                  </a:lnTo>
                  <a:cubicBezTo>
                    <a:pt x="264" y="1145"/>
                    <a:pt x="331" y="956"/>
                    <a:pt x="421" y="778"/>
                  </a:cubicBezTo>
                  <a:cubicBezTo>
                    <a:pt x="517" y="587"/>
                    <a:pt x="635" y="409"/>
                    <a:pt x="790" y="271"/>
                  </a:cubicBezTo>
                  <a:cubicBezTo>
                    <a:pt x="829" y="235"/>
                    <a:pt x="869" y="205"/>
                    <a:pt x="915" y="176"/>
                  </a:cubicBezTo>
                  <a:cubicBezTo>
                    <a:pt x="954" y="146"/>
                    <a:pt x="1000" y="123"/>
                    <a:pt x="1050" y="103"/>
                  </a:cubicBezTo>
                  <a:cubicBezTo>
                    <a:pt x="1138" y="64"/>
                    <a:pt x="1233" y="44"/>
                    <a:pt x="1330" y="44"/>
                  </a:cubicBezTo>
                  <a:cubicBezTo>
                    <a:pt x="1337" y="44"/>
                    <a:pt x="1345" y="44"/>
                    <a:pt x="1353" y="44"/>
                  </a:cubicBezTo>
                  <a:cubicBezTo>
                    <a:pt x="1455" y="47"/>
                    <a:pt x="1557" y="77"/>
                    <a:pt x="1652" y="126"/>
                  </a:cubicBezTo>
                  <a:cubicBezTo>
                    <a:pt x="1698" y="153"/>
                    <a:pt x="1741" y="186"/>
                    <a:pt x="1780" y="222"/>
                  </a:cubicBezTo>
                  <a:cubicBezTo>
                    <a:pt x="1817" y="258"/>
                    <a:pt x="1849" y="304"/>
                    <a:pt x="1879" y="350"/>
                  </a:cubicBezTo>
                  <a:cubicBezTo>
                    <a:pt x="1853" y="301"/>
                    <a:pt x="1823" y="255"/>
                    <a:pt x="1790" y="222"/>
                  </a:cubicBezTo>
                  <a:cubicBezTo>
                    <a:pt x="1754" y="179"/>
                    <a:pt x="1711" y="146"/>
                    <a:pt x="1668" y="113"/>
                  </a:cubicBezTo>
                  <a:cubicBezTo>
                    <a:pt x="1573" y="54"/>
                    <a:pt x="1464" y="14"/>
                    <a:pt x="1356" y="5"/>
                  </a:cubicBezTo>
                  <a:cubicBezTo>
                    <a:pt x="1330" y="2"/>
                    <a:pt x="1304" y="0"/>
                    <a:pt x="1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0"/>
            <p:cNvSpPr/>
            <p:nvPr/>
          </p:nvSpPr>
          <p:spPr>
            <a:xfrm>
              <a:off x="4116100" y="2335225"/>
              <a:ext cx="92175" cy="27600"/>
            </a:xfrm>
            <a:custGeom>
              <a:rect b="b" l="l" r="r" t="t"/>
              <a:pathLst>
                <a:path extrusionOk="0" h="1104" w="3687">
                  <a:moveTo>
                    <a:pt x="3673" y="0"/>
                  </a:moveTo>
                  <a:cubicBezTo>
                    <a:pt x="3607" y="50"/>
                    <a:pt x="3541" y="105"/>
                    <a:pt x="3479" y="158"/>
                  </a:cubicBezTo>
                  <a:cubicBezTo>
                    <a:pt x="3410" y="201"/>
                    <a:pt x="3344" y="250"/>
                    <a:pt x="3278" y="303"/>
                  </a:cubicBezTo>
                  <a:cubicBezTo>
                    <a:pt x="3209" y="342"/>
                    <a:pt x="3143" y="388"/>
                    <a:pt x="3074" y="435"/>
                  </a:cubicBezTo>
                  <a:lnTo>
                    <a:pt x="2860" y="553"/>
                  </a:lnTo>
                  <a:cubicBezTo>
                    <a:pt x="2785" y="589"/>
                    <a:pt x="2715" y="625"/>
                    <a:pt x="2640" y="665"/>
                  </a:cubicBezTo>
                  <a:lnTo>
                    <a:pt x="2419" y="764"/>
                  </a:lnTo>
                  <a:lnTo>
                    <a:pt x="2189" y="849"/>
                  </a:lnTo>
                  <a:lnTo>
                    <a:pt x="1955" y="918"/>
                  </a:lnTo>
                  <a:cubicBezTo>
                    <a:pt x="1679" y="989"/>
                    <a:pt x="1397" y="1023"/>
                    <a:pt x="1115" y="1023"/>
                  </a:cubicBezTo>
                  <a:cubicBezTo>
                    <a:pt x="1068" y="1023"/>
                    <a:pt x="1021" y="1022"/>
                    <a:pt x="975" y="1020"/>
                  </a:cubicBezTo>
                  <a:cubicBezTo>
                    <a:pt x="646" y="1010"/>
                    <a:pt x="317" y="948"/>
                    <a:pt x="4" y="836"/>
                  </a:cubicBezTo>
                  <a:lnTo>
                    <a:pt x="1" y="849"/>
                  </a:lnTo>
                  <a:cubicBezTo>
                    <a:pt x="310" y="981"/>
                    <a:pt x="639" y="1063"/>
                    <a:pt x="975" y="1093"/>
                  </a:cubicBezTo>
                  <a:cubicBezTo>
                    <a:pt x="1070" y="1100"/>
                    <a:pt x="1165" y="1104"/>
                    <a:pt x="1260" y="1104"/>
                  </a:cubicBezTo>
                  <a:cubicBezTo>
                    <a:pt x="1502" y="1104"/>
                    <a:pt x="1743" y="1080"/>
                    <a:pt x="1982" y="1030"/>
                  </a:cubicBezTo>
                  <a:lnTo>
                    <a:pt x="2228" y="971"/>
                  </a:lnTo>
                  <a:lnTo>
                    <a:pt x="2472" y="899"/>
                  </a:lnTo>
                  <a:lnTo>
                    <a:pt x="2706" y="803"/>
                  </a:lnTo>
                  <a:cubicBezTo>
                    <a:pt x="2785" y="767"/>
                    <a:pt x="2857" y="724"/>
                    <a:pt x="2933" y="685"/>
                  </a:cubicBezTo>
                  <a:cubicBezTo>
                    <a:pt x="3226" y="507"/>
                    <a:pt x="3489" y="280"/>
                    <a:pt x="3686" y="10"/>
                  </a:cubicBezTo>
                  <a:lnTo>
                    <a:pt x="36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0"/>
            <p:cNvSpPr/>
            <p:nvPr/>
          </p:nvSpPr>
          <p:spPr>
            <a:xfrm>
              <a:off x="4222725" y="2335225"/>
              <a:ext cx="92150" cy="27600"/>
            </a:xfrm>
            <a:custGeom>
              <a:rect b="b" l="l" r="r" t="t"/>
              <a:pathLst>
                <a:path extrusionOk="0" h="1104" w="3686">
                  <a:moveTo>
                    <a:pt x="14" y="0"/>
                  </a:moveTo>
                  <a:lnTo>
                    <a:pt x="0" y="10"/>
                  </a:lnTo>
                  <a:cubicBezTo>
                    <a:pt x="198" y="286"/>
                    <a:pt x="461" y="510"/>
                    <a:pt x="754" y="685"/>
                  </a:cubicBezTo>
                  <a:cubicBezTo>
                    <a:pt x="826" y="724"/>
                    <a:pt x="905" y="767"/>
                    <a:pt x="981" y="803"/>
                  </a:cubicBezTo>
                  <a:lnTo>
                    <a:pt x="1215" y="899"/>
                  </a:lnTo>
                  <a:lnTo>
                    <a:pt x="1458" y="971"/>
                  </a:lnTo>
                  <a:lnTo>
                    <a:pt x="1705" y="1030"/>
                  </a:lnTo>
                  <a:cubicBezTo>
                    <a:pt x="1943" y="1080"/>
                    <a:pt x="2183" y="1104"/>
                    <a:pt x="2425" y="1104"/>
                  </a:cubicBezTo>
                  <a:cubicBezTo>
                    <a:pt x="2520" y="1104"/>
                    <a:pt x="2616" y="1100"/>
                    <a:pt x="2712" y="1093"/>
                  </a:cubicBezTo>
                  <a:cubicBezTo>
                    <a:pt x="3048" y="1063"/>
                    <a:pt x="3377" y="981"/>
                    <a:pt x="3686" y="849"/>
                  </a:cubicBezTo>
                  <a:lnTo>
                    <a:pt x="3683" y="836"/>
                  </a:lnTo>
                  <a:cubicBezTo>
                    <a:pt x="3370" y="948"/>
                    <a:pt x="3041" y="1010"/>
                    <a:pt x="2712" y="1020"/>
                  </a:cubicBezTo>
                  <a:cubicBezTo>
                    <a:pt x="2668" y="1022"/>
                    <a:pt x="2623" y="1023"/>
                    <a:pt x="2579" y="1023"/>
                  </a:cubicBezTo>
                  <a:cubicBezTo>
                    <a:pt x="2294" y="1023"/>
                    <a:pt x="2008" y="987"/>
                    <a:pt x="1731" y="918"/>
                  </a:cubicBezTo>
                  <a:lnTo>
                    <a:pt x="1498" y="849"/>
                  </a:lnTo>
                  <a:lnTo>
                    <a:pt x="1267" y="764"/>
                  </a:lnTo>
                  <a:lnTo>
                    <a:pt x="1047" y="665"/>
                  </a:lnTo>
                  <a:cubicBezTo>
                    <a:pt x="974" y="622"/>
                    <a:pt x="902" y="589"/>
                    <a:pt x="826" y="553"/>
                  </a:cubicBezTo>
                  <a:lnTo>
                    <a:pt x="612" y="435"/>
                  </a:lnTo>
                  <a:cubicBezTo>
                    <a:pt x="547" y="392"/>
                    <a:pt x="478" y="346"/>
                    <a:pt x="408" y="303"/>
                  </a:cubicBezTo>
                  <a:cubicBezTo>
                    <a:pt x="343" y="250"/>
                    <a:pt x="274" y="207"/>
                    <a:pt x="208" y="158"/>
                  </a:cubicBezTo>
                  <a:cubicBezTo>
                    <a:pt x="145" y="105"/>
                    <a:pt x="79" y="50"/>
                    <a:pt x="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0"/>
            <p:cNvSpPr/>
            <p:nvPr/>
          </p:nvSpPr>
          <p:spPr>
            <a:xfrm>
              <a:off x="4067225" y="2442175"/>
              <a:ext cx="30300" cy="30300"/>
            </a:xfrm>
            <a:custGeom>
              <a:rect b="b" l="l" r="r" t="t"/>
              <a:pathLst>
                <a:path extrusionOk="0" h="1212" w="1212">
                  <a:moveTo>
                    <a:pt x="606" y="0"/>
                  </a:moveTo>
                  <a:cubicBezTo>
                    <a:pt x="274" y="0"/>
                    <a:pt x="1" y="273"/>
                    <a:pt x="1" y="606"/>
                  </a:cubicBezTo>
                  <a:cubicBezTo>
                    <a:pt x="1" y="938"/>
                    <a:pt x="274" y="1211"/>
                    <a:pt x="606" y="1211"/>
                  </a:cubicBezTo>
                  <a:cubicBezTo>
                    <a:pt x="939" y="1211"/>
                    <a:pt x="1212" y="938"/>
                    <a:pt x="1212" y="606"/>
                  </a:cubicBezTo>
                  <a:cubicBezTo>
                    <a:pt x="1212" y="273"/>
                    <a:pt x="939" y="0"/>
                    <a:pt x="6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4344550" y="2442175"/>
              <a:ext cx="30300" cy="30300"/>
            </a:xfrm>
            <a:custGeom>
              <a:rect b="b" l="l" r="r" t="t"/>
              <a:pathLst>
                <a:path extrusionOk="0" h="1212" w="1212">
                  <a:moveTo>
                    <a:pt x="606" y="0"/>
                  </a:moveTo>
                  <a:cubicBezTo>
                    <a:pt x="274" y="0"/>
                    <a:pt x="1" y="273"/>
                    <a:pt x="1" y="606"/>
                  </a:cubicBezTo>
                  <a:cubicBezTo>
                    <a:pt x="1" y="938"/>
                    <a:pt x="274" y="1211"/>
                    <a:pt x="606" y="1211"/>
                  </a:cubicBezTo>
                  <a:cubicBezTo>
                    <a:pt x="939" y="1211"/>
                    <a:pt x="1212" y="938"/>
                    <a:pt x="1212" y="606"/>
                  </a:cubicBezTo>
                  <a:cubicBezTo>
                    <a:pt x="1212" y="273"/>
                    <a:pt x="939" y="0"/>
                    <a:pt x="6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4153525" y="2372000"/>
              <a:ext cx="28425" cy="28400"/>
            </a:xfrm>
            <a:custGeom>
              <a:rect b="b" l="l" r="r" t="t"/>
              <a:pathLst>
                <a:path extrusionOk="0" h="1136" w="1137">
                  <a:moveTo>
                    <a:pt x="567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1" y="879"/>
                    <a:pt x="254" y="1135"/>
                    <a:pt x="567" y="1135"/>
                  </a:cubicBezTo>
                  <a:cubicBezTo>
                    <a:pt x="880" y="1135"/>
                    <a:pt x="1136" y="879"/>
                    <a:pt x="1136" y="566"/>
                  </a:cubicBezTo>
                  <a:cubicBezTo>
                    <a:pt x="1136" y="250"/>
                    <a:pt x="880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4257450" y="2371975"/>
              <a:ext cx="28475" cy="28425"/>
            </a:xfrm>
            <a:custGeom>
              <a:rect b="b" l="l" r="r" t="t"/>
              <a:pathLst>
                <a:path extrusionOk="0" h="1137" w="1139">
                  <a:moveTo>
                    <a:pt x="581" y="1"/>
                  </a:moveTo>
                  <a:cubicBezTo>
                    <a:pt x="577" y="1"/>
                    <a:pt x="573" y="1"/>
                    <a:pt x="569" y="1"/>
                  </a:cubicBezTo>
                  <a:cubicBezTo>
                    <a:pt x="257" y="1"/>
                    <a:pt x="0" y="254"/>
                    <a:pt x="0" y="567"/>
                  </a:cubicBezTo>
                  <a:cubicBezTo>
                    <a:pt x="0" y="880"/>
                    <a:pt x="257" y="1136"/>
                    <a:pt x="569" y="1136"/>
                  </a:cubicBezTo>
                  <a:cubicBezTo>
                    <a:pt x="882" y="1136"/>
                    <a:pt x="1139" y="880"/>
                    <a:pt x="1139" y="567"/>
                  </a:cubicBezTo>
                  <a:cubicBezTo>
                    <a:pt x="1139" y="255"/>
                    <a:pt x="888" y="1"/>
                    <a:pt x="5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4206100" y="2374125"/>
              <a:ext cx="24550" cy="94900"/>
            </a:xfrm>
            <a:custGeom>
              <a:rect b="b" l="l" r="r" t="t"/>
              <a:pathLst>
                <a:path extrusionOk="0" h="3796" w="982">
                  <a:moveTo>
                    <a:pt x="642" y="1"/>
                  </a:moveTo>
                  <a:cubicBezTo>
                    <a:pt x="642" y="313"/>
                    <a:pt x="642" y="623"/>
                    <a:pt x="646" y="935"/>
                  </a:cubicBezTo>
                  <a:cubicBezTo>
                    <a:pt x="652" y="1241"/>
                    <a:pt x="665" y="1554"/>
                    <a:pt x="685" y="1863"/>
                  </a:cubicBezTo>
                  <a:cubicBezTo>
                    <a:pt x="708" y="2173"/>
                    <a:pt x="734" y="2479"/>
                    <a:pt x="774" y="2788"/>
                  </a:cubicBezTo>
                  <a:cubicBezTo>
                    <a:pt x="809" y="3086"/>
                    <a:pt x="857" y="3384"/>
                    <a:pt x="920" y="3682"/>
                  </a:cubicBezTo>
                  <a:lnTo>
                    <a:pt x="920" y="3682"/>
                  </a:lnTo>
                  <a:cubicBezTo>
                    <a:pt x="776" y="3715"/>
                    <a:pt x="624" y="3740"/>
                    <a:pt x="478" y="3759"/>
                  </a:cubicBezTo>
                  <a:cubicBezTo>
                    <a:pt x="320" y="3775"/>
                    <a:pt x="159" y="3788"/>
                    <a:pt x="1" y="3788"/>
                  </a:cubicBezTo>
                  <a:cubicBezTo>
                    <a:pt x="67" y="3794"/>
                    <a:pt x="135" y="3796"/>
                    <a:pt x="202" y="3796"/>
                  </a:cubicBezTo>
                  <a:cubicBezTo>
                    <a:pt x="295" y="3796"/>
                    <a:pt x="388" y="3792"/>
                    <a:pt x="481" y="3788"/>
                  </a:cubicBezTo>
                  <a:cubicBezTo>
                    <a:pt x="642" y="3778"/>
                    <a:pt x="800" y="3755"/>
                    <a:pt x="958" y="3726"/>
                  </a:cubicBezTo>
                  <a:lnTo>
                    <a:pt x="981" y="3722"/>
                  </a:lnTo>
                  <a:lnTo>
                    <a:pt x="978" y="3699"/>
                  </a:lnTo>
                  <a:cubicBezTo>
                    <a:pt x="925" y="3393"/>
                    <a:pt x="883" y="3091"/>
                    <a:pt x="846" y="2781"/>
                  </a:cubicBezTo>
                  <a:cubicBezTo>
                    <a:pt x="813" y="2472"/>
                    <a:pt x="784" y="2163"/>
                    <a:pt x="761" y="1857"/>
                  </a:cubicBezTo>
                  <a:cubicBezTo>
                    <a:pt x="734" y="1547"/>
                    <a:pt x="718" y="1238"/>
                    <a:pt x="698" y="929"/>
                  </a:cubicBezTo>
                  <a:cubicBezTo>
                    <a:pt x="679" y="616"/>
                    <a:pt x="662" y="310"/>
                    <a:pt x="6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4190550" y="2486225"/>
              <a:ext cx="64775" cy="22925"/>
            </a:xfrm>
            <a:custGeom>
              <a:rect b="b" l="l" r="r" t="t"/>
              <a:pathLst>
                <a:path extrusionOk="0" h="917" w="2591">
                  <a:moveTo>
                    <a:pt x="2205" y="0"/>
                  </a:moveTo>
                  <a:cubicBezTo>
                    <a:pt x="1914" y="0"/>
                    <a:pt x="1530" y="324"/>
                    <a:pt x="1208" y="324"/>
                  </a:cubicBezTo>
                  <a:cubicBezTo>
                    <a:pt x="902" y="324"/>
                    <a:pt x="502" y="77"/>
                    <a:pt x="257" y="77"/>
                  </a:cubicBezTo>
                  <a:cubicBezTo>
                    <a:pt x="184" y="77"/>
                    <a:pt x="125" y="99"/>
                    <a:pt x="86" y="157"/>
                  </a:cubicBezTo>
                  <a:cubicBezTo>
                    <a:pt x="1" y="288"/>
                    <a:pt x="90" y="551"/>
                    <a:pt x="310" y="778"/>
                  </a:cubicBezTo>
                  <a:cubicBezTo>
                    <a:pt x="534" y="697"/>
                    <a:pt x="770" y="657"/>
                    <a:pt x="1007" y="657"/>
                  </a:cubicBezTo>
                  <a:cubicBezTo>
                    <a:pt x="1363" y="657"/>
                    <a:pt x="1719" y="747"/>
                    <a:pt x="2031" y="917"/>
                  </a:cubicBezTo>
                  <a:cubicBezTo>
                    <a:pt x="2426" y="647"/>
                    <a:pt x="2590" y="235"/>
                    <a:pt x="2403" y="71"/>
                  </a:cubicBezTo>
                  <a:cubicBezTo>
                    <a:pt x="2344" y="20"/>
                    <a:pt x="2277" y="0"/>
                    <a:pt x="22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4198125" y="2502575"/>
              <a:ext cx="43125" cy="12675"/>
            </a:xfrm>
            <a:custGeom>
              <a:rect b="b" l="l" r="r" t="t"/>
              <a:pathLst>
                <a:path extrusionOk="0" h="507" w="1725">
                  <a:moveTo>
                    <a:pt x="696" y="1"/>
                  </a:moveTo>
                  <a:cubicBezTo>
                    <a:pt x="460" y="1"/>
                    <a:pt x="224" y="39"/>
                    <a:pt x="0" y="118"/>
                  </a:cubicBezTo>
                  <a:cubicBezTo>
                    <a:pt x="204" y="328"/>
                    <a:pt x="511" y="506"/>
                    <a:pt x="886" y="506"/>
                  </a:cubicBezTo>
                  <a:cubicBezTo>
                    <a:pt x="1225" y="506"/>
                    <a:pt x="1508" y="404"/>
                    <a:pt x="1725" y="256"/>
                  </a:cubicBezTo>
                  <a:cubicBezTo>
                    <a:pt x="1410" y="88"/>
                    <a:pt x="1053" y="1"/>
                    <a:pt x="6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4120800" y="2619125"/>
              <a:ext cx="197200" cy="71425"/>
            </a:xfrm>
            <a:custGeom>
              <a:rect b="b" l="l" r="r" t="t"/>
              <a:pathLst>
                <a:path extrusionOk="0" h="2857" w="7888">
                  <a:moveTo>
                    <a:pt x="7315" y="0"/>
                  </a:moveTo>
                  <a:cubicBezTo>
                    <a:pt x="6835" y="899"/>
                    <a:pt x="5815" y="2287"/>
                    <a:pt x="4110" y="2287"/>
                  </a:cubicBezTo>
                  <a:cubicBezTo>
                    <a:pt x="2363" y="2287"/>
                    <a:pt x="1136" y="928"/>
                    <a:pt x="553" y="96"/>
                  </a:cubicBezTo>
                  <a:cubicBezTo>
                    <a:pt x="385" y="191"/>
                    <a:pt x="198" y="290"/>
                    <a:pt x="0" y="392"/>
                  </a:cubicBezTo>
                  <a:cubicBezTo>
                    <a:pt x="741" y="1402"/>
                    <a:pt x="2165" y="2857"/>
                    <a:pt x="4146" y="2857"/>
                  </a:cubicBezTo>
                  <a:cubicBezTo>
                    <a:pt x="6065" y="2857"/>
                    <a:pt x="7266" y="1392"/>
                    <a:pt x="7888" y="319"/>
                  </a:cubicBezTo>
                  <a:cubicBezTo>
                    <a:pt x="7677" y="208"/>
                    <a:pt x="7483" y="102"/>
                    <a:pt x="73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3792950" y="2627100"/>
              <a:ext cx="856275" cy="595775"/>
            </a:xfrm>
            <a:custGeom>
              <a:rect b="b" l="l" r="r" t="t"/>
              <a:pathLst>
                <a:path extrusionOk="0" h="23831" w="34251">
                  <a:moveTo>
                    <a:pt x="21002" y="0"/>
                  </a:moveTo>
                  <a:cubicBezTo>
                    <a:pt x="20380" y="1073"/>
                    <a:pt x="19182" y="2538"/>
                    <a:pt x="17260" y="2538"/>
                  </a:cubicBezTo>
                  <a:cubicBezTo>
                    <a:pt x="15283" y="2538"/>
                    <a:pt x="13855" y="1083"/>
                    <a:pt x="13108" y="79"/>
                  </a:cubicBezTo>
                  <a:cubicBezTo>
                    <a:pt x="10916" y="1221"/>
                    <a:pt x="7082" y="2932"/>
                    <a:pt x="5802" y="4795"/>
                  </a:cubicBezTo>
                  <a:cubicBezTo>
                    <a:pt x="4006" y="7411"/>
                    <a:pt x="1" y="22400"/>
                    <a:pt x="2877" y="23683"/>
                  </a:cubicBezTo>
                  <a:cubicBezTo>
                    <a:pt x="3102" y="23784"/>
                    <a:pt x="3333" y="23830"/>
                    <a:pt x="3568" y="23830"/>
                  </a:cubicBezTo>
                  <a:cubicBezTo>
                    <a:pt x="6323" y="23830"/>
                    <a:pt x="9534" y="17425"/>
                    <a:pt x="9534" y="17425"/>
                  </a:cubicBezTo>
                  <a:cubicBezTo>
                    <a:pt x="9626" y="18162"/>
                    <a:pt x="9758" y="18747"/>
                    <a:pt x="9853" y="19485"/>
                  </a:cubicBezTo>
                  <a:cubicBezTo>
                    <a:pt x="12107" y="20465"/>
                    <a:pt x="15283" y="21015"/>
                    <a:pt x="17126" y="21015"/>
                  </a:cubicBezTo>
                  <a:cubicBezTo>
                    <a:pt x="18968" y="21015"/>
                    <a:pt x="22144" y="20462"/>
                    <a:pt x="24398" y="19485"/>
                  </a:cubicBezTo>
                  <a:cubicBezTo>
                    <a:pt x="24493" y="18747"/>
                    <a:pt x="24625" y="18162"/>
                    <a:pt x="24720" y="17425"/>
                  </a:cubicBezTo>
                  <a:cubicBezTo>
                    <a:pt x="24720" y="17425"/>
                    <a:pt x="27929" y="23830"/>
                    <a:pt x="30683" y="23830"/>
                  </a:cubicBezTo>
                  <a:cubicBezTo>
                    <a:pt x="30918" y="23830"/>
                    <a:pt x="31149" y="23784"/>
                    <a:pt x="31374" y="23683"/>
                  </a:cubicBezTo>
                  <a:cubicBezTo>
                    <a:pt x="34250" y="22400"/>
                    <a:pt x="30242" y="7411"/>
                    <a:pt x="28449" y="4795"/>
                  </a:cubicBezTo>
                  <a:cubicBezTo>
                    <a:pt x="27142" y="2886"/>
                    <a:pt x="23161" y="1142"/>
                    <a:pt x="2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4000275" y="2732250"/>
              <a:ext cx="90025" cy="256025"/>
            </a:xfrm>
            <a:custGeom>
              <a:rect b="b" l="l" r="r" t="t"/>
              <a:pathLst>
                <a:path extrusionOk="0" h="10241" w="3601">
                  <a:moveTo>
                    <a:pt x="2948" y="1"/>
                  </a:moveTo>
                  <a:cubicBezTo>
                    <a:pt x="2299" y="1"/>
                    <a:pt x="595" y="3617"/>
                    <a:pt x="306" y="4600"/>
                  </a:cubicBezTo>
                  <a:cubicBezTo>
                    <a:pt x="0" y="5634"/>
                    <a:pt x="820" y="7424"/>
                    <a:pt x="754" y="7845"/>
                  </a:cubicBezTo>
                  <a:cubicBezTo>
                    <a:pt x="688" y="8269"/>
                    <a:pt x="96" y="8816"/>
                    <a:pt x="96" y="8816"/>
                  </a:cubicBezTo>
                  <a:lnTo>
                    <a:pt x="1652" y="10241"/>
                  </a:lnTo>
                  <a:cubicBezTo>
                    <a:pt x="1652" y="10241"/>
                    <a:pt x="2705" y="8954"/>
                    <a:pt x="3136" y="7736"/>
                  </a:cubicBezTo>
                  <a:cubicBezTo>
                    <a:pt x="3567" y="6519"/>
                    <a:pt x="2149" y="5699"/>
                    <a:pt x="2021" y="4465"/>
                  </a:cubicBezTo>
                  <a:cubicBezTo>
                    <a:pt x="1893" y="3231"/>
                    <a:pt x="3600" y="434"/>
                    <a:pt x="3038" y="30"/>
                  </a:cubicBezTo>
                  <a:cubicBezTo>
                    <a:pt x="3011" y="10"/>
                    <a:pt x="2980" y="1"/>
                    <a:pt x="2948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4017475" y="2768475"/>
              <a:ext cx="54225" cy="77475"/>
            </a:xfrm>
            <a:custGeom>
              <a:rect b="b" l="l" r="r" t="t"/>
              <a:pathLst>
                <a:path extrusionOk="0" h="3099" w="2169">
                  <a:moveTo>
                    <a:pt x="1869" y="0"/>
                  </a:moveTo>
                  <a:cubicBezTo>
                    <a:pt x="1813" y="0"/>
                    <a:pt x="1758" y="10"/>
                    <a:pt x="1705" y="32"/>
                  </a:cubicBezTo>
                  <a:cubicBezTo>
                    <a:pt x="1622" y="61"/>
                    <a:pt x="1550" y="121"/>
                    <a:pt x="1494" y="180"/>
                  </a:cubicBezTo>
                  <a:cubicBezTo>
                    <a:pt x="1432" y="242"/>
                    <a:pt x="1385" y="311"/>
                    <a:pt x="1343" y="387"/>
                  </a:cubicBezTo>
                  <a:cubicBezTo>
                    <a:pt x="1297" y="456"/>
                    <a:pt x="1260" y="535"/>
                    <a:pt x="1221" y="608"/>
                  </a:cubicBezTo>
                  <a:lnTo>
                    <a:pt x="1106" y="835"/>
                  </a:lnTo>
                  <a:lnTo>
                    <a:pt x="882" y="1286"/>
                  </a:lnTo>
                  <a:cubicBezTo>
                    <a:pt x="727" y="1585"/>
                    <a:pt x="579" y="1884"/>
                    <a:pt x="431" y="2190"/>
                  </a:cubicBezTo>
                  <a:lnTo>
                    <a:pt x="214" y="2641"/>
                  </a:lnTo>
                  <a:cubicBezTo>
                    <a:pt x="145" y="2793"/>
                    <a:pt x="69" y="2947"/>
                    <a:pt x="0" y="3099"/>
                  </a:cubicBezTo>
                  <a:cubicBezTo>
                    <a:pt x="82" y="2951"/>
                    <a:pt x="158" y="2803"/>
                    <a:pt x="240" y="2661"/>
                  </a:cubicBezTo>
                  <a:lnTo>
                    <a:pt x="474" y="2213"/>
                  </a:lnTo>
                  <a:lnTo>
                    <a:pt x="931" y="1312"/>
                  </a:lnTo>
                  <a:cubicBezTo>
                    <a:pt x="1076" y="1012"/>
                    <a:pt x="1228" y="706"/>
                    <a:pt x="1379" y="410"/>
                  </a:cubicBezTo>
                  <a:cubicBezTo>
                    <a:pt x="1418" y="338"/>
                    <a:pt x="1464" y="269"/>
                    <a:pt x="1517" y="206"/>
                  </a:cubicBezTo>
                  <a:cubicBezTo>
                    <a:pt x="1570" y="144"/>
                    <a:pt x="1636" y="91"/>
                    <a:pt x="1711" y="58"/>
                  </a:cubicBezTo>
                  <a:cubicBezTo>
                    <a:pt x="1773" y="32"/>
                    <a:pt x="1837" y="19"/>
                    <a:pt x="1901" y="19"/>
                  </a:cubicBezTo>
                  <a:cubicBezTo>
                    <a:pt x="1919" y="19"/>
                    <a:pt x="1937" y="20"/>
                    <a:pt x="1955" y="22"/>
                  </a:cubicBezTo>
                  <a:cubicBezTo>
                    <a:pt x="2037" y="32"/>
                    <a:pt x="2119" y="75"/>
                    <a:pt x="2169" y="140"/>
                  </a:cubicBezTo>
                  <a:cubicBezTo>
                    <a:pt x="2123" y="71"/>
                    <a:pt x="2040" y="25"/>
                    <a:pt x="1958" y="9"/>
                  </a:cubicBezTo>
                  <a:cubicBezTo>
                    <a:pt x="1928" y="3"/>
                    <a:pt x="1898" y="0"/>
                    <a:pt x="1869" y="0"/>
                  </a:cubicBezTo>
                  <a:close/>
                </a:path>
              </a:pathLst>
            </a:custGeom>
            <a:solidFill>
              <a:srgbClr val="0300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4038700" y="2744875"/>
              <a:ext cx="39350" cy="31975"/>
            </a:xfrm>
            <a:custGeom>
              <a:rect b="b" l="l" r="r" t="t"/>
              <a:pathLst>
                <a:path extrusionOk="0" h="1279" w="1574">
                  <a:moveTo>
                    <a:pt x="1253" y="1"/>
                  </a:moveTo>
                  <a:cubicBezTo>
                    <a:pt x="1192" y="1"/>
                    <a:pt x="1130" y="12"/>
                    <a:pt x="1076" y="35"/>
                  </a:cubicBezTo>
                  <a:cubicBezTo>
                    <a:pt x="987" y="68"/>
                    <a:pt x="908" y="127"/>
                    <a:pt x="839" y="189"/>
                  </a:cubicBezTo>
                  <a:cubicBezTo>
                    <a:pt x="767" y="249"/>
                    <a:pt x="701" y="314"/>
                    <a:pt x="642" y="380"/>
                  </a:cubicBezTo>
                  <a:cubicBezTo>
                    <a:pt x="517" y="518"/>
                    <a:pt x="398" y="657"/>
                    <a:pt x="290" y="808"/>
                  </a:cubicBezTo>
                  <a:cubicBezTo>
                    <a:pt x="237" y="887"/>
                    <a:pt x="184" y="959"/>
                    <a:pt x="135" y="1038"/>
                  </a:cubicBezTo>
                  <a:cubicBezTo>
                    <a:pt x="89" y="1117"/>
                    <a:pt x="40" y="1196"/>
                    <a:pt x="0" y="1279"/>
                  </a:cubicBezTo>
                  <a:cubicBezTo>
                    <a:pt x="53" y="1203"/>
                    <a:pt x="102" y="1127"/>
                    <a:pt x="158" y="1051"/>
                  </a:cubicBezTo>
                  <a:cubicBezTo>
                    <a:pt x="214" y="976"/>
                    <a:pt x="267" y="903"/>
                    <a:pt x="323" y="834"/>
                  </a:cubicBezTo>
                  <a:cubicBezTo>
                    <a:pt x="438" y="689"/>
                    <a:pt x="560" y="548"/>
                    <a:pt x="681" y="420"/>
                  </a:cubicBezTo>
                  <a:cubicBezTo>
                    <a:pt x="744" y="354"/>
                    <a:pt x="810" y="288"/>
                    <a:pt x="875" y="225"/>
                  </a:cubicBezTo>
                  <a:cubicBezTo>
                    <a:pt x="941" y="163"/>
                    <a:pt x="1010" y="110"/>
                    <a:pt x="1093" y="74"/>
                  </a:cubicBezTo>
                  <a:cubicBezTo>
                    <a:pt x="1152" y="43"/>
                    <a:pt x="1217" y="28"/>
                    <a:pt x="1280" y="28"/>
                  </a:cubicBezTo>
                  <a:cubicBezTo>
                    <a:pt x="1305" y="28"/>
                    <a:pt x="1329" y="30"/>
                    <a:pt x="1353" y="35"/>
                  </a:cubicBezTo>
                  <a:cubicBezTo>
                    <a:pt x="1438" y="48"/>
                    <a:pt x="1524" y="97"/>
                    <a:pt x="1573" y="176"/>
                  </a:cubicBezTo>
                  <a:cubicBezTo>
                    <a:pt x="1534" y="91"/>
                    <a:pt x="1448" y="31"/>
                    <a:pt x="1356" y="12"/>
                  </a:cubicBezTo>
                  <a:cubicBezTo>
                    <a:pt x="1323" y="4"/>
                    <a:pt x="1289" y="1"/>
                    <a:pt x="1253" y="1"/>
                  </a:cubicBezTo>
                  <a:close/>
                </a:path>
              </a:pathLst>
            </a:custGeom>
            <a:solidFill>
              <a:srgbClr val="0300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3858700" y="2951075"/>
              <a:ext cx="201575" cy="159275"/>
            </a:xfrm>
            <a:custGeom>
              <a:rect b="b" l="l" r="r" t="t"/>
              <a:pathLst>
                <a:path extrusionOk="0" h="6371" w="8063">
                  <a:moveTo>
                    <a:pt x="5759" y="0"/>
                  </a:moveTo>
                  <a:lnTo>
                    <a:pt x="5726" y="33"/>
                  </a:lnTo>
                  <a:cubicBezTo>
                    <a:pt x="5245" y="556"/>
                    <a:pt x="4765" y="1083"/>
                    <a:pt x="4288" y="1609"/>
                  </a:cubicBezTo>
                  <a:lnTo>
                    <a:pt x="2850" y="3189"/>
                  </a:lnTo>
                  <a:lnTo>
                    <a:pt x="1425" y="4778"/>
                  </a:lnTo>
                  <a:lnTo>
                    <a:pt x="711" y="5571"/>
                  </a:lnTo>
                  <a:lnTo>
                    <a:pt x="0" y="6371"/>
                  </a:lnTo>
                  <a:lnTo>
                    <a:pt x="734" y="5598"/>
                  </a:lnTo>
                  <a:lnTo>
                    <a:pt x="1461" y="4814"/>
                  </a:lnTo>
                  <a:lnTo>
                    <a:pt x="2912" y="3248"/>
                  </a:lnTo>
                  <a:lnTo>
                    <a:pt x="4357" y="1675"/>
                  </a:lnTo>
                  <a:cubicBezTo>
                    <a:pt x="4827" y="1167"/>
                    <a:pt x="5297" y="652"/>
                    <a:pt x="5763" y="137"/>
                  </a:cubicBezTo>
                  <a:lnTo>
                    <a:pt x="5763" y="137"/>
                  </a:lnTo>
                  <a:lnTo>
                    <a:pt x="6861" y="1155"/>
                  </a:lnTo>
                  <a:lnTo>
                    <a:pt x="7424" y="1675"/>
                  </a:lnTo>
                  <a:lnTo>
                    <a:pt x="7971" y="2178"/>
                  </a:lnTo>
                  <a:lnTo>
                    <a:pt x="7971" y="2178"/>
                  </a:lnTo>
                  <a:lnTo>
                    <a:pt x="7124" y="3870"/>
                  </a:lnTo>
                  <a:cubicBezTo>
                    <a:pt x="6841" y="4439"/>
                    <a:pt x="6552" y="5012"/>
                    <a:pt x="6272" y="5588"/>
                  </a:cubicBezTo>
                  <a:cubicBezTo>
                    <a:pt x="6575" y="5022"/>
                    <a:pt x="6871" y="4456"/>
                    <a:pt x="7167" y="3890"/>
                  </a:cubicBezTo>
                  <a:lnTo>
                    <a:pt x="8049" y="2185"/>
                  </a:lnTo>
                  <a:lnTo>
                    <a:pt x="8062" y="2162"/>
                  </a:lnTo>
                  <a:lnTo>
                    <a:pt x="8043" y="2142"/>
                  </a:lnTo>
                  <a:lnTo>
                    <a:pt x="7483" y="1613"/>
                  </a:lnTo>
                  <a:lnTo>
                    <a:pt x="6920" y="1086"/>
                  </a:lnTo>
                  <a:lnTo>
                    <a:pt x="5792" y="33"/>
                  </a:lnTo>
                  <a:lnTo>
                    <a:pt x="57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3995100" y="2941800"/>
              <a:ext cx="75275" cy="67625"/>
            </a:xfrm>
            <a:custGeom>
              <a:rect b="b" l="l" r="r" t="t"/>
              <a:pathLst>
                <a:path extrusionOk="0" h="2705" w="3011">
                  <a:moveTo>
                    <a:pt x="133" y="1"/>
                  </a:moveTo>
                  <a:cubicBezTo>
                    <a:pt x="114" y="1"/>
                    <a:pt x="94" y="5"/>
                    <a:pt x="76" y="16"/>
                  </a:cubicBezTo>
                  <a:cubicBezTo>
                    <a:pt x="23" y="49"/>
                    <a:pt x="0" y="131"/>
                    <a:pt x="36" y="184"/>
                  </a:cubicBezTo>
                  <a:cubicBezTo>
                    <a:pt x="586" y="990"/>
                    <a:pt x="1283" y="1691"/>
                    <a:pt x="2080" y="2253"/>
                  </a:cubicBezTo>
                  <a:cubicBezTo>
                    <a:pt x="2304" y="2408"/>
                    <a:pt x="2534" y="2553"/>
                    <a:pt x="2771" y="2688"/>
                  </a:cubicBezTo>
                  <a:cubicBezTo>
                    <a:pt x="2791" y="2699"/>
                    <a:pt x="2811" y="2704"/>
                    <a:pt x="2830" y="2704"/>
                  </a:cubicBezTo>
                  <a:cubicBezTo>
                    <a:pt x="2937" y="2704"/>
                    <a:pt x="3010" y="2545"/>
                    <a:pt x="2896" y="2480"/>
                  </a:cubicBezTo>
                  <a:cubicBezTo>
                    <a:pt x="2067" y="2020"/>
                    <a:pt x="1333" y="1411"/>
                    <a:pt x="717" y="687"/>
                  </a:cubicBezTo>
                  <a:cubicBezTo>
                    <a:pt x="550" y="483"/>
                    <a:pt x="388" y="279"/>
                    <a:pt x="240" y="62"/>
                  </a:cubicBezTo>
                  <a:cubicBezTo>
                    <a:pt x="215" y="23"/>
                    <a:pt x="175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3948450" y="2752075"/>
              <a:ext cx="53900" cy="232500"/>
            </a:xfrm>
            <a:custGeom>
              <a:rect b="b" l="l" r="r" t="t"/>
              <a:pathLst>
                <a:path extrusionOk="0" h="9300" w="2156">
                  <a:moveTo>
                    <a:pt x="2156" y="0"/>
                  </a:moveTo>
                  <a:lnTo>
                    <a:pt x="2156" y="0"/>
                  </a:lnTo>
                  <a:cubicBezTo>
                    <a:pt x="1971" y="369"/>
                    <a:pt x="1794" y="744"/>
                    <a:pt x="1619" y="1122"/>
                  </a:cubicBezTo>
                  <a:cubicBezTo>
                    <a:pt x="1445" y="1497"/>
                    <a:pt x="1277" y="1876"/>
                    <a:pt x="1112" y="2257"/>
                  </a:cubicBezTo>
                  <a:cubicBezTo>
                    <a:pt x="948" y="2636"/>
                    <a:pt x="797" y="3021"/>
                    <a:pt x="652" y="3412"/>
                  </a:cubicBezTo>
                  <a:cubicBezTo>
                    <a:pt x="507" y="3801"/>
                    <a:pt x="379" y="4196"/>
                    <a:pt x="270" y="4597"/>
                  </a:cubicBezTo>
                  <a:cubicBezTo>
                    <a:pt x="161" y="5002"/>
                    <a:pt x="79" y="5407"/>
                    <a:pt x="33" y="5824"/>
                  </a:cubicBezTo>
                  <a:cubicBezTo>
                    <a:pt x="13" y="6032"/>
                    <a:pt x="0" y="6239"/>
                    <a:pt x="0" y="6450"/>
                  </a:cubicBezTo>
                  <a:cubicBezTo>
                    <a:pt x="0" y="6657"/>
                    <a:pt x="13" y="6868"/>
                    <a:pt x="43" y="7075"/>
                  </a:cubicBezTo>
                  <a:cubicBezTo>
                    <a:pt x="99" y="7486"/>
                    <a:pt x="208" y="7891"/>
                    <a:pt x="375" y="8276"/>
                  </a:cubicBezTo>
                  <a:cubicBezTo>
                    <a:pt x="543" y="8658"/>
                    <a:pt x="780" y="9007"/>
                    <a:pt x="1076" y="9299"/>
                  </a:cubicBezTo>
                  <a:cubicBezTo>
                    <a:pt x="797" y="8993"/>
                    <a:pt x="570" y="8641"/>
                    <a:pt x="418" y="8256"/>
                  </a:cubicBezTo>
                  <a:cubicBezTo>
                    <a:pt x="257" y="7881"/>
                    <a:pt x="161" y="7473"/>
                    <a:pt x="115" y="7065"/>
                  </a:cubicBezTo>
                  <a:cubicBezTo>
                    <a:pt x="73" y="6657"/>
                    <a:pt x="76" y="6242"/>
                    <a:pt x="125" y="5834"/>
                  </a:cubicBezTo>
                  <a:cubicBezTo>
                    <a:pt x="171" y="5423"/>
                    <a:pt x="257" y="5022"/>
                    <a:pt x="362" y="4620"/>
                  </a:cubicBezTo>
                  <a:cubicBezTo>
                    <a:pt x="468" y="4222"/>
                    <a:pt x="599" y="3834"/>
                    <a:pt x="737" y="3442"/>
                  </a:cubicBezTo>
                  <a:cubicBezTo>
                    <a:pt x="879" y="3050"/>
                    <a:pt x="1030" y="2665"/>
                    <a:pt x="1182" y="2280"/>
                  </a:cubicBezTo>
                  <a:cubicBezTo>
                    <a:pt x="1333" y="1899"/>
                    <a:pt x="1497" y="1517"/>
                    <a:pt x="1662" y="1139"/>
                  </a:cubicBezTo>
                  <a:lnTo>
                    <a:pt x="21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4351400" y="2732250"/>
              <a:ext cx="90025" cy="256025"/>
            </a:xfrm>
            <a:custGeom>
              <a:rect b="b" l="l" r="r" t="t"/>
              <a:pathLst>
                <a:path extrusionOk="0" h="10241" w="3601">
                  <a:moveTo>
                    <a:pt x="653" y="1"/>
                  </a:moveTo>
                  <a:cubicBezTo>
                    <a:pt x="620" y="1"/>
                    <a:pt x="590" y="10"/>
                    <a:pt x="563" y="30"/>
                  </a:cubicBezTo>
                  <a:cubicBezTo>
                    <a:pt x="0" y="434"/>
                    <a:pt x="1708" y="3231"/>
                    <a:pt x="1580" y="4465"/>
                  </a:cubicBezTo>
                  <a:cubicBezTo>
                    <a:pt x="1451" y="5699"/>
                    <a:pt x="33" y="6519"/>
                    <a:pt x="464" y="7736"/>
                  </a:cubicBezTo>
                  <a:cubicBezTo>
                    <a:pt x="895" y="8954"/>
                    <a:pt x="1948" y="10241"/>
                    <a:pt x="1948" y="10241"/>
                  </a:cubicBezTo>
                  <a:lnTo>
                    <a:pt x="3505" y="8816"/>
                  </a:lnTo>
                  <a:cubicBezTo>
                    <a:pt x="3505" y="8816"/>
                    <a:pt x="2912" y="8269"/>
                    <a:pt x="2846" y="7845"/>
                  </a:cubicBezTo>
                  <a:cubicBezTo>
                    <a:pt x="2781" y="7424"/>
                    <a:pt x="3600" y="5634"/>
                    <a:pt x="3294" y="4600"/>
                  </a:cubicBezTo>
                  <a:cubicBezTo>
                    <a:pt x="3006" y="3617"/>
                    <a:pt x="1302" y="1"/>
                    <a:pt x="653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4369975" y="2768250"/>
              <a:ext cx="54250" cy="77700"/>
            </a:xfrm>
            <a:custGeom>
              <a:rect b="b" l="l" r="r" t="t"/>
              <a:pathLst>
                <a:path extrusionOk="0" h="3108" w="2170">
                  <a:moveTo>
                    <a:pt x="286" y="1"/>
                  </a:moveTo>
                  <a:cubicBezTo>
                    <a:pt x="261" y="1"/>
                    <a:pt x="236" y="3"/>
                    <a:pt x="211" y="8"/>
                  </a:cubicBezTo>
                  <a:cubicBezTo>
                    <a:pt x="129" y="24"/>
                    <a:pt x="47" y="70"/>
                    <a:pt x="1" y="139"/>
                  </a:cubicBezTo>
                  <a:cubicBezTo>
                    <a:pt x="53" y="70"/>
                    <a:pt x="132" y="34"/>
                    <a:pt x="215" y="21"/>
                  </a:cubicBezTo>
                  <a:cubicBezTo>
                    <a:pt x="230" y="20"/>
                    <a:pt x="246" y="19"/>
                    <a:pt x="262" y="19"/>
                  </a:cubicBezTo>
                  <a:cubicBezTo>
                    <a:pt x="329" y="19"/>
                    <a:pt x="397" y="31"/>
                    <a:pt x="458" y="57"/>
                  </a:cubicBezTo>
                  <a:cubicBezTo>
                    <a:pt x="531" y="90"/>
                    <a:pt x="596" y="146"/>
                    <a:pt x="652" y="205"/>
                  </a:cubicBezTo>
                  <a:cubicBezTo>
                    <a:pt x="705" y="268"/>
                    <a:pt x="751" y="337"/>
                    <a:pt x="790" y="413"/>
                  </a:cubicBezTo>
                  <a:cubicBezTo>
                    <a:pt x="942" y="709"/>
                    <a:pt x="1090" y="1012"/>
                    <a:pt x="1238" y="1314"/>
                  </a:cubicBezTo>
                  <a:cubicBezTo>
                    <a:pt x="1393" y="1614"/>
                    <a:pt x="1537" y="1913"/>
                    <a:pt x="1695" y="2213"/>
                  </a:cubicBezTo>
                  <a:lnTo>
                    <a:pt x="1929" y="2663"/>
                  </a:lnTo>
                  <a:cubicBezTo>
                    <a:pt x="2011" y="2812"/>
                    <a:pt x="2087" y="2960"/>
                    <a:pt x="2169" y="3108"/>
                  </a:cubicBezTo>
                  <a:cubicBezTo>
                    <a:pt x="2100" y="2956"/>
                    <a:pt x="2024" y="2802"/>
                    <a:pt x="1955" y="2640"/>
                  </a:cubicBezTo>
                  <a:lnTo>
                    <a:pt x="1738" y="2190"/>
                  </a:lnTo>
                  <a:cubicBezTo>
                    <a:pt x="1590" y="1884"/>
                    <a:pt x="1435" y="1584"/>
                    <a:pt x="1287" y="1285"/>
                  </a:cubicBezTo>
                  <a:lnTo>
                    <a:pt x="1064" y="837"/>
                  </a:lnTo>
                  <a:lnTo>
                    <a:pt x="945" y="610"/>
                  </a:lnTo>
                  <a:cubicBezTo>
                    <a:pt x="909" y="534"/>
                    <a:pt x="869" y="462"/>
                    <a:pt x="827" y="386"/>
                  </a:cubicBezTo>
                  <a:cubicBezTo>
                    <a:pt x="781" y="317"/>
                    <a:pt x="735" y="245"/>
                    <a:pt x="675" y="182"/>
                  </a:cubicBezTo>
                  <a:cubicBezTo>
                    <a:pt x="616" y="120"/>
                    <a:pt x="547" y="64"/>
                    <a:pt x="465" y="34"/>
                  </a:cubicBezTo>
                  <a:cubicBezTo>
                    <a:pt x="407" y="13"/>
                    <a:pt x="346" y="1"/>
                    <a:pt x="286" y="1"/>
                  </a:cubicBezTo>
                  <a:close/>
                </a:path>
              </a:pathLst>
            </a:custGeom>
            <a:solidFill>
              <a:srgbClr val="0300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4363650" y="2744875"/>
              <a:ext cx="39350" cy="31975"/>
            </a:xfrm>
            <a:custGeom>
              <a:rect b="b" l="l" r="r" t="t"/>
              <a:pathLst>
                <a:path extrusionOk="0" h="1279" w="1574">
                  <a:moveTo>
                    <a:pt x="320" y="1"/>
                  </a:moveTo>
                  <a:cubicBezTo>
                    <a:pt x="285" y="1"/>
                    <a:pt x="250" y="4"/>
                    <a:pt x="218" y="12"/>
                  </a:cubicBezTo>
                  <a:cubicBezTo>
                    <a:pt x="125" y="31"/>
                    <a:pt x="37" y="91"/>
                    <a:pt x="0" y="176"/>
                  </a:cubicBezTo>
                  <a:cubicBezTo>
                    <a:pt x="50" y="97"/>
                    <a:pt x="135" y="48"/>
                    <a:pt x="221" y="35"/>
                  </a:cubicBezTo>
                  <a:cubicBezTo>
                    <a:pt x="245" y="30"/>
                    <a:pt x="269" y="28"/>
                    <a:pt x="292" y="28"/>
                  </a:cubicBezTo>
                  <a:cubicBezTo>
                    <a:pt x="358" y="28"/>
                    <a:pt x="422" y="45"/>
                    <a:pt x="481" y="74"/>
                  </a:cubicBezTo>
                  <a:cubicBezTo>
                    <a:pt x="560" y="110"/>
                    <a:pt x="632" y="163"/>
                    <a:pt x="698" y="225"/>
                  </a:cubicBezTo>
                  <a:cubicBezTo>
                    <a:pt x="764" y="288"/>
                    <a:pt x="830" y="354"/>
                    <a:pt x="892" y="420"/>
                  </a:cubicBezTo>
                  <a:cubicBezTo>
                    <a:pt x="1020" y="548"/>
                    <a:pt x="1132" y="689"/>
                    <a:pt x="1251" y="834"/>
                  </a:cubicBezTo>
                  <a:cubicBezTo>
                    <a:pt x="1307" y="903"/>
                    <a:pt x="1359" y="976"/>
                    <a:pt x="1415" y="1051"/>
                  </a:cubicBezTo>
                  <a:cubicBezTo>
                    <a:pt x="1471" y="1127"/>
                    <a:pt x="1521" y="1203"/>
                    <a:pt x="1573" y="1279"/>
                  </a:cubicBezTo>
                  <a:cubicBezTo>
                    <a:pt x="1534" y="1196"/>
                    <a:pt x="1484" y="1117"/>
                    <a:pt x="1438" y="1038"/>
                  </a:cubicBezTo>
                  <a:cubicBezTo>
                    <a:pt x="1389" y="959"/>
                    <a:pt x="1336" y="884"/>
                    <a:pt x="1284" y="808"/>
                  </a:cubicBezTo>
                  <a:cubicBezTo>
                    <a:pt x="1175" y="657"/>
                    <a:pt x="1060" y="518"/>
                    <a:pt x="932" y="380"/>
                  </a:cubicBezTo>
                  <a:cubicBezTo>
                    <a:pt x="872" y="314"/>
                    <a:pt x="807" y="249"/>
                    <a:pt x="734" y="189"/>
                  </a:cubicBezTo>
                  <a:cubicBezTo>
                    <a:pt x="662" y="127"/>
                    <a:pt x="586" y="68"/>
                    <a:pt x="497" y="35"/>
                  </a:cubicBezTo>
                  <a:cubicBezTo>
                    <a:pt x="443" y="12"/>
                    <a:pt x="381" y="1"/>
                    <a:pt x="320" y="1"/>
                  </a:cubicBezTo>
                  <a:close/>
                </a:path>
              </a:pathLst>
            </a:custGeom>
            <a:solidFill>
              <a:srgbClr val="0300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4381425" y="2950975"/>
              <a:ext cx="201575" cy="159375"/>
            </a:xfrm>
            <a:custGeom>
              <a:rect b="b" l="l" r="r" t="t"/>
              <a:pathLst>
                <a:path extrusionOk="0" h="6375" w="8063">
                  <a:moveTo>
                    <a:pt x="2304" y="1"/>
                  </a:moveTo>
                  <a:lnTo>
                    <a:pt x="2271" y="34"/>
                  </a:lnTo>
                  <a:lnTo>
                    <a:pt x="1142" y="1087"/>
                  </a:lnTo>
                  <a:lnTo>
                    <a:pt x="579" y="1613"/>
                  </a:lnTo>
                  <a:lnTo>
                    <a:pt x="20" y="2140"/>
                  </a:lnTo>
                  <a:lnTo>
                    <a:pt x="0" y="2160"/>
                  </a:lnTo>
                  <a:lnTo>
                    <a:pt x="10" y="2186"/>
                  </a:lnTo>
                  <a:lnTo>
                    <a:pt x="895" y="3887"/>
                  </a:lnTo>
                  <a:cubicBezTo>
                    <a:pt x="1195" y="4456"/>
                    <a:pt x="1488" y="5026"/>
                    <a:pt x="1787" y="5588"/>
                  </a:cubicBezTo>
                  <a:cubicBezTo>
                    <a:pt x="1504" y="5013"/>
                    <a:pt x="1221" y="4440"/>
                    <a:pt x="938" y="3867"/>
                  </a:cubicBezTo>
                  <a:lnTo>
                    <a:pt x="90" y="2180"/>
                  </a:lnTo>
                  <a:lnTo>
                    <a:pt x="639" y="1676"/>
                  </a:lnTo>
                  <a:lnTo>
                    <a:pt x="1201" y="1153"/>
                  </a:lnTo>
                  <a:lnTo>
                    <a:pt x="2301" y="136"/>
                  </a:lnTo>
                  <a:lnTo>
                    <a:pt x="2301" y="136"/>
                  </a:lnTo>
                  <a:cubicBezTo>
                    <a:pt x="2767" y="651"/>
                    <a:pt x="3236" y="1165"/>
                    <a:pt x="3705" y="1676"/>
                  </a:cubicBezTo>
                  <a:lnTo>
                    <a:pt x="5150" y="3249"/>
                  </a:lnTo>
                  <a:lnTo>
                    <a:pt x="6601" y="4815"/>
                  </a:lnTo>
                  <a:lnTo>
                    <a:pt x="7328" y="5595"/>
                  </a:lnTo>
                  <a:lnTo>
                    <a:pt x="8062" y="6375"/>
                  </a:lnTo>
                  <a:lnTo>
                    <a:pt x="7348" y="5572"/>
                  </a:lnTo>
                  <a:lnTo>
                    <a:pt x="6637" y="4776"/>
                  </a:lnTo>
                  <a:lnTo>
                    <a:pt x="5209" y="3190"/>
                  </a:lnTo>
                  <a:lnTo>
                    <a:pt x="3775" y="1610"/>
                  </a:lnTo>
                  <a:cubicBezTo>
                    <a:pt x="3294" y="1083"/>
                    <a:pt x="2817" y="557"/>
                    <a:pt x="2336" y="34"/>
                  </a:cubicBezTo>
                  <a:lnTo>
                    <a:pt x="23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4371300" y="2941800"/>
              <a:ext cx="75450" cy="67525"/>
            </a:xfrm>
            <a:custGeom>
              <a:rect b="b" l="l" r="r" t="t"/>
              <a:pathLst>
                <a:path extrusionOk="0" h="2701" w="3018">
                  <a:moveTo>
                    <a:pt x="2877" y="1"/>
                  </a:moveTo>
                  <a:cubicBezTo>
                    <a:pt x="2835" y="1"/>
                    <a:pt x="2796" y="23"/>
                    <a:pt x="2771" y="62"/>
                  </a:cubicBezTo>
                  <a:cubicBezTo>
                    <a:pt x="2238" y="835"/>
                    <a:pt x="1563" y="1513"/>
                    <a:pt x="797" y="2053"/>
                  </a:cubicBezTo>
                  <a:cubicBezTo>
                    <a:pt x="576" y="2204"/>
                    <a:pt x="352" y="2349"/>
                    <a:pt x="116" y="2474"/>
                  </a:cubicBezTo>
                  <a:cubicBezTo>
                    <a:pt x="1" y="2538"/>
                    <a:pt x="74" y="2701"/>
                    <a:pt x="182" y="2701"/>
                  </a:cubicBezTo>
                  <a:cubicBezTo>
                    <a:pt x="201" y="2701"/>
                    <a:pt x="221" y="2696"/>
                    <a:pt x="241" y="2684"/>
                  </a:cubicBezTo>
                  <a:cubicBezTo>
                    <a:pt x="1086" y="2211"/>
                    <a:pt x="1850" y="1582"/>
                    <a:pt x="2475" y="842"/>
                  </a:cubicBezTo>
                  <a:cubicBezTo>
                    <a:pt x="2649" y="628"/>
                    <a:pt x="2820" y="411"/>
                    <a:pt x="2978" y="180"/>
                  </a:cubicBezTo>
                  <a:cubicBezTo>
                    <a:pt x="3018" y="128"/>
                    <a:pt x="2988" y="45"/>
                    <a:pt x="2936" y="16"/>
                  </a:cubicBezTo>
                  <a:cubicBezTo>
                    <a:pt x="2916" y="5"/>
                    <a:pt x="2896" y="1"/>
                    <a:pt x="28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4439325" y="2752075"/>
              <a:ext cx="53925" cy="232500"/>
            </a:xfrm>
            <a:custGeom>
              <a:rect b="b" l="l" r="r" t="t"/>
              <a:pathLst>
                <a:path extrusionOk="0" h="9300" w="2157">
                  <a:moveTo>
                    <a:pt x="1" y="0"/>
                  </a:moveTo>
                  <a:lnTo>
                    <a:pt x="491" y="1139"/>
                  </a:lnTo>
                  <a:cubicBezTo>
                    <a:pt x="656" y="1517"/>
                    <a:pt x="817" y="1899"/>
                    <a:pt x="975" y="2280"/>
                  </a:cubicBezTo>
                  <a:cubicBezTo>
                    <a:pt x="1129" y="2669"/>
                    <a:pt x="1278" y="3050"/>
                    <a:pt x="1419" y="3442"/>
                  </a:cubicBezTo>
                  <a:cubicBezTo>
                    <a:pt x="1557" y="3834"/>
                    <a:pt x="1686" y="4222"/>
                    <a:pt x="1794" y="4620"/>
                  </a:cubicBezTo>
                  <a:cubicBezTo>
                    <a:pt x="1899" y="5022"/>
                    <a:pt x="1985" y="5426"/>
                    <a:pt x="2031" y="5834"/>
                  </a:cubicBezTo>
                  <a:cubicBezTo>
                    <a:pt x="2077" y="6242"/>
                    <a:pt x="2080" y="6657"/>
                    <a:pt x="2041" y="7065"/>
                  </a:cubicBezTo>
                  <a:cubicBezTo>
                    <a:pt x="1995" y="7473"/>
                    <a:pt x="1899" y="7881"/>
                    <a:pt x="1738" y="8256"/>
                  </a:cubicBezTo>
                  <a:cubicBezTo>
                    <a:pt x="1587" y="8641"/>
                    <a:pt x="1360" y="8990"/>
                    <a:pt x="1080" y="9299"/>
                  </a:cubicBezTo>
                  <a:cubicBezTo>
                    <a:pt x="1373" y="9007"/>
                    <a:pt x="1610" y="8658"/>
                    <a:pt x="1781" y="8276"/>
                  </a:cubicBezTo>
                  <a:cubicBezTo>
                    <a:pt x="1952" y="7898"/>
                    <a:pt x="2057" y="7490"/>
                    <a:pt x="2113" y="7075"/>
                  </a:cubicBezTo>
                  <a:cubicBezTo>
                    <a:pt x="2143" y="6868"/>
                    <a:pt x="2156" y="6657"/>
                    <a:pt x="2156" y="6450"/>
                  </a:cubicBezTo>
                  <a:cubicBezTo>
                    <a:pt x="2156" y="6239"/>
                    <a:pt x="2143" y="6029"/>
                    <a:pt x="2123" y="5824"/>
                  </a:cubicBezTo>
                  <a:cubicBezTo>
                    <a:pt x="2080" y="5407"/>
                    <a:pt x="1995" y="5002"/>
                    <a:pt x="1886" y="4597"/>
                  </a:cubicBezTo>
                  <a:cubicBezTo>
                    <a:pt x="1781" y="4199"/>
                    <a:pt x="1649" y="3804"/>
                    <a:pt x="1505" y="3412"/>
                  </a:cubicBezTo>
                  <a:cubicBezTo>
                    <a:pt x="1360" y="3021"/>
                    <a:pt x="1208" y="2639"/>
                    <a:pt x="1044" y="2257"/>
                  </a:cubicBezTo>
                  <a:cubicBezTo>
                    <a:pt x="883" y="1876"/>
                    <a:pt x="712" y="1501"/>
                    <a:pt x="537" y="1122"/>
                  </a:cubicBezTo>
                  <a:cubicBezTo>
                    <a:pt x="363" y="747"/>
                    <a:pt x="182" y="36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4072425" y="2187125"/>
              <a:ext cx="319050" cy="110075"/>
            </a:xfrm>
            <a:custGeom>
              <a:rect b="b" l="l" r="r" t="t"/>
              <a:pathLst>
                <a:path extrusionOk="0" h="4403" w="12762">
                  <a:moveTo>
                    <a:pt x="0" y="1"/>
                  </a:moveTo>
                  <a:cubicBezTo>
                    <a:pt x="333" y="508"/>
                    <a:pt x="711" y="982"/>
                    <a:pt x="1126" y="1426"/>
                  </a:cubicBezTo>
                  <a:cubicBezTo>
                    <a:pt x="1547" y="1860"/>
                    <a:pt x="2008" y="2262"/>
                    <a:pt x="2495" y="2614"/>
                  </a:cubicBezTo>
                  <a:cubicBezTo>
                    <a:pt x="3475" y="3321"/>
                    <a:pt x="4591" y="3851"/>
                    <a:pt x="5766" y="4144"/>
                  </a:cubicBezTo>
                  <a:cubicBezTo>
                    <a:pt x="6474" y="4318"/>
                    <a:pt x="7202" y="4403"/>
                    <a:pt x="7930" y="4403"/>
                  </a:cubicBezTo>
                  <a:cubicBezTo>
                    <a:pt x="8413" y="4403"/>
                    <a:pt x="8896" y="4366"/>
                    <a:pt x="9372" y="4292"/>
                  </a:cubicBezTo>
                  <a:cubicBezTo>
                    <a:pt x="9971" y="4200"/>
                    <a:pt x="10563" y="4055"/>
                    <a:pt x="11129" y="3848"/>
                  </a:cubicBezTo>
                  <a:cubicBezTo>
                    <a:pt x="11699" y="3637"/>
                    <a:pt x="12245" y="3377"/>
                    <a:pt x="12762" y="3068"/>
                  </a:cubicBezTo>
                  <a:lnTo>
                    <a:pt x="12762" y="3068"/>
                  </a:lnTo>
                  <a:cubicBezTo>
                    <a:pt x="12245" y="3371"/>
                    <a:pt x="11692" y="3627"/>
                    <a:pt x="11123" y="3825"/>
                  </a:cubicBezTo>
                  <a:cubicBezTo>
                    <a:pt x="10554" y="4025"/>
                    <a:pt x="9964" y="4170"/>
                    <a:pt x="9369" y="4259"/>
                  </a:cubicBezTo>
                  <a:cubicBezTo>
                    <a:pt x="8909" y="4328"/>
                    <a:pt x="8444" y="4362"/>
                    <a:pt x="7978" y="4362"/>
                  </a:cubicBezTo>
                  <a:cubicBezTo>
                    <a:pt x="7237" y="4362"/>
                    <a:pt x="6496" y="4274"/>
                    <a:pt x="5779" y="4095"/>
                  </a:cubicBezTo>
                  <a:cubicBezTo>
                    <a:pt x="4607" y="3808"/>
                    <a:pt x="3495" y="3285"/>
                    <a:pt x="2511" y="2584"/>
                  </a:cubicBezTo>
                  <a:cubicBezTo>
                    <a:pt x="2024" y="2232"/>
                    <a:pt x="1563" y="1837"/>
                    <a:pt x="1142" y="1403"/>
                  </a:cubicBezTo>
                  <a:cubicBezTo>
                    <a:pt x="718" y="972"/>
                    <a:pt x="336" y="5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4110925" y="2179250"/>
              <a:ext cx="251750" cy="63375"/>
            </a:xfrm>
            <a:custGeom>
              <a:rect b="b" l="l" r="r" t="t"/>
              <a:pathLst>
                <a:path extrusionOk="0" h="2535" w="10070">
                  <a:moveTo>
                    <a:pt x="0" y="0"/>
                  </a:moveTo>
                  <a:lnTo>
                    <a:pt x="0" y="0"/>
                  </a:lnTo>
                  <a:cubicBezTo>
                    <a:pt x="352" y="296"/>
                    <a:pt x="718" y="579"/>
                    <a:pt x="1093" y="842"/>
                  </a:cubicBezTo>
                  <a:cubicBezTo>
                    <a:pt x="1471" y="1102"/>
                    <a:pt x="1866" y="1336"/>
                    <a:pt x="2271" y="1550"/>
                  </a:cubicBezTo>
                  <a:cubicBezTo>
                    <a:pt x="3087" y="1974"/>
                    <a:pt x="3962" y="2287"/>
                    <a:pt x="4871" y="2438"/>
                  </a:cubicBezTo>
                  <a:cubicBezTo>
                    <a:pt x="5261" y="2502"/>
                    <a:pt x="5657" y="2535"/>
                    <a:pt x="6052" y="2535"/>
                  </a:cubicBezTo>
                  <a:cubicBezTo>
                    <a:pt x="6578" y="2535"/>
                    <a:pt x="7104" y="2477"/>
                    <a:pt x="7615" y="2356"/>
                  </a:cubicBezTo>
                  <a:cubicBezTo>
                    <a:pt x="8063" y="2254"/>
                    <a:pt x="8500" y="2103"/>
                    <a:pt x="8915" y="1902"/>
                  </a:cubicBezTo>
                  <a:cubicBezTo>
                    <a:pt x="9326" y="1698"/>
                    <a:pt x="9718" y="1448"/>
                    <a:pt x="10070" y="1155"/>
                  </a:cubicBezTo>
                  <a:lnTo>
                    <a:pt x="10070" y="1155"/>
                  </a:lnTo>
                  <a:cubicBezTo>
                    <a:pt x="9708" y="1445"/>
                    <a:pt x="9320" y="1688"/>
                    <a:pt x="8902" y="1879"/>
                  </a:cubicBezTo>
                  <a:cubicBezTo>
                    <a:pt x="8490" y="2076"/>
                    <a:pt x="8056" y="2225"/>
                    <a:pt x="7608" y="2323"/>
                  </a:cubicBezTo>
                  <a:cubicBezTo>
                    <a:pt x="7103" y="2439"/>
                    <a:pt x="6585" y="2495"/>
                    <a:pt x="6069" y="2495"/>
                  </a:cubicBezTo>
                  <a:cubicBezTo>
                    <a:pt x="5671" y="2495"/>
                    <a:pt x="5273" y="2462"/>
                    <a:pt x="4880" y="2396"/>
                  </a:cubicBezTo>
                  <a:cubicBezTo>
                    <a:pt x="3975" y="2248"/>
                    <a:pt x="3103" y="1935"/>
                    <a:pt x="2287" y="1517"/>
                  </a:cubicBezTo>
                  <a:cubicBezTo>
                    <a:pt x="1883" y="1313"/>
                    <a:pt x="1488" y="1079"/>
                    <a:pt x="1103" y="823"/>
                  </a:cubicBezTo>
                  <a:cubicBezTo>
                    <a:pt x="721" y="569"/>
                    <a:pt x="356" y="29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4158400" y="2157850"/>
              <a:ext cx="162325" cy="28750"/>
            </a:xfrm>
            <a:custGeom>
              <a:rect b="b" l="l" r="r" t="t"/>
              <a:pathLst>
                <a:path extrusionOk="0" h="1150" w="6493">
                  <a:moveTo>
                    <a:pt x="0" y="0"/>
                  </a:moveTo>
                  <a:lnTo>
                    <a:pt x="355" y="234"/>
                  </a:lnTo>
                  <a:lnTo>
                    <a:pt x="727" y="448"/>
                  </a:lnTo>
                  <a:lnTo>
                    <a:pt x="1112" y="632"/>
                  </a:lnTo>
                  <a:lnTo>
                    <a:pt x="1514" y="790"/>
                  </a:lnTo>
                  <a:cubicBezTo>
                    <a:pt x="2050" y="981"/>
                    <a:pt x="2616" y="1093"/>
                    <a:pt x="3185" y="1136"/>
                  </a:cubicBezTo>
                  <a:cubicBezTo>
                    <a:pt x="3326" y="1145"/>
                    <a:pt x="3467" y="1149"/>
                    <a:pt x="3608" y="1149"/>
                  </a:cubicBezTo>
                  <a:cubicBezTo>
                    <a:pt x="4040" y="1149"/>
                    <a:pt x="4471" y="1107"/>
                    <a:pt x="4893" y="1017"/>
                  </a:cubicBezTo>
                  <a:lnTo>
                    <a:pt x="5308" y="912"/>
                  </a:lnTo>
                  <a:lnTo>
                    <a:pt x="5716" y="780"/>
                  </a:lnTo>
                  <a:lnTo>
                    <a:pt x="6111" y="616"/>
                  </a:lnTo>
                  <a:lnTo>
                    <a:pt x="6493" y="428"/>
                  </a:lnTo>
                  <a:lnTo>
                    <a:pt x="6108" y="609"/>
                  </a:lnTo>
                  <a:lnTo>
                    <a:pt x="5709" y="761"/>
                  </a:lnTo>
                  <a:lnTo>
                    <a:pt x="5301" y="889"/>
                  </a:lnTo>
                  <a:lnTo>
                    <a:pt x="4887" y="988"/>
                  </a:lnTo>
                  <a:cubicBezTo>
                    <a:pt x="4477" y="1069"/>
                    <a:pt x="4064" y="1110"/>
                    <a:pt x="3651" y="1110"/>
                  </a:cubicBezTo>
                  <a:cubicBezTo>
                    <a:pt x="3496" y="1110"/>
                    <a:pt x="3341" y="1105"/>
                    <a:pt x="3185" y="1093"/>
                  </a:cubicBezTo>
                  <a:cubicBezTo>
                    <a:pt x="2619" y="1057"/>
                    <a:pt x="2060" y="948"/>
                    <a:pt x="1520" y="761"/>
                  </a:cubicBezTo>
                  <a:lnTo>
                    <a:pt x="1122" y="609"/>
                  </a:lnTo>
                  <a:lnTo>
                    <a:pt x="734" y="432"/>
                  </a:lnTo>
                  <a:lnTo>
                    <a:pt x="362" y="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3793700" y="2373475"/>
              <a:ext cx="213825" cy="561500"/>
            </a:xfrm>
            <a:custGeom>
              <a:rect b="b" l="l" r="r" t="t"/>
              <a:pathLst>
                <a:path extrusionOk="0" h="22460" w="8553">
                  <a:moveTo>
                    <a:pt x="8553" y="0"/>
                  </a:moveTo>
                  <a:cubicBezTo>
                    <a:pt x="8280" y="1004"/>
                    <a:pt x="7957" y="2001"/>
                    <a:pt x="7579" y="2975"/>
                  </a:cubicBezTo>
                  <a:cubicBezTo>
                    <a:pt x="7207" y="3949"/>
                    <a:pt x="6783" y="4903"/>
                    <a:pt x="6315" y="5835"/>
                  </a:cubicBezTo>
                  <a:cubicBezTo>
                    <a:pt x="5374" y="7694"/>
                    <a:pt x="4239" y="9454"/>
                    <a:pt x="2926" y="11073"/>
                  </a:cubicBezTo>
                  <a:cubicBezTo>
                    <a:pt x="2600" y="11485"/>
                    <a:pt x="2274" y="11893"/>
                    <a:pt x="1965" y="12314"/>
                  </a:cubicBezTo>
                  <a:cubicBezTo>
                    <a:pt x="1659" y="12732"/>
                    <a:pt x="1363" y="13170"/>
                    <a:pt x="1103" y="13620"/>
                  </a:cubicBezTo>
                  <a:cubicBezTo>
                    <a:pt x="843" y="14078"/>
                    <a:pt x="619" y="14552"/>
                    <a:pt x="458" y="15049"/>
                  </a:cubicBezTo>
                  <a:cubicBezTo>
                    <a:pt x="438" y="15111"/>
                    <a:pt x="415" y="15170"/>
                    <a:pt x="399" y="15233"/>
                  </a:cubicBezTo>
                  <a:cubicBezTo>
                    <a:pt x="382" y="15299"/>
                    <a:pt x="362" y="15361"/>
                    <a:pt x="346" y="15420"/>
                  </a:cubicBezTo>
                  <a:cubicBezTo>
                    <a:pt x="313" y="15549"/>
                    <a:pt x="277" y="15677"/>
                    <a:pt x="251" y="15805"/>
                  </a:cubicBezTo>
                  <a:cubicBezTo>
                    <a:pt x="221" y="15927"/>
                    <a:pt x="201" y="16059"/>
                    <a:pt x="178" y="16187"/>
                  </a:cubicBezTo>
                  <a:cubicBezTo>
                    <a:pt x="162" y="16315"/>
                    <a:pt x="135" y="16444"/>
                    <a:pt x="122" y="16575"/>
                  </a:cubicBezTo>
                  <a:cubicBezTo>
                    <a:pt x="0" y="17612"/>
                    <a:pt x="79" y="18672"/>
                    <a:pt x="346" y="19679"/>
                  </a:cubicBezTo>
                  <a:cubicBezTo>
                    <a:pt x="616" y="20689"/>
                    <a:pt x="1083" y="21646"/>
                    <a:pt x="1735" y="22459"/>
                  </a:cubicBezTo>
                  <a:cubicBezTo>
                    <a:pt x="1090" y="21643"/>
                    <a:pt x="632" y="20679"/>
                    <a:pt x="369" y="19672"/>
                  </a:cubicBezTo>
                  <a:cubicBezTo>
                    <a:pt x="109" y="18665"/>
                    <a:pt x="33" y="17605"/>
                    <a:pt x="155" y="16572"/>
                  </a:cubicBezTo>
                  <a:cubicBezTo>
                    <a:pt x="168" y="16441"/>
                    <a:pt x="191" y="16315"/>
                    <a:pt x="211" y="16187"/>
                  </a:cubicBezTo>
                  <a:cubicBezTo>
                    <a:pt x="234" y="16059"/>
                    <a:pt x="260" y="15930"/>
                    <a:pt x="290" y="15805"/>
                  </a:cubicBezTo>
                  <a:cubicBezTo>
                    <a:pt x="316" y="15677"/>
                    <a:pt x="349" y="15552"/>
                    <a:pt x="382" y="15427"/>
                  </a:cubicBezTo>
                  <a:cubicBezTo>
                    <a:pt x="399" y="15364"/>
                    <a:pt x="422" y="15302"/>
                    <a:pt x="438" y="15239"/>
                  </a:cubicBezTo>
                  <a:lnTo>
                    <a:pt x="497" y="15055"/>
                  </a:lnTo>
                  <a:cubicBezTo>
                    <a:pt x="662" y="14562"/>
                    <a:pt x="889" y="14088"/>
                    <a:pt x="1146" y="13637"/>
                  </a:cubicBezTo>
                  <a:cubicBezTo>
                    <a:pt x="1402" y="13183"/>
                    <a:pt x="1698" y="12758"/>
                    <a:pt x="2008" y="12337"/>
                  </a:cubicBezTo>
                  <a:cubicBezTo>
                    <a:pt x="2317" y="11916"/>
                    <a:pt x="2643" y="11511"/>
                    <a:pt x="2965" y="11103"/>
                  </a:cubicBezTo>
                  <a:cubicBezTo>
                    <a:pt x="4275" y="9477"/>
                    <a:pt x="5410" y="7710"/>
                    <a:pt x="6348" y="5848"/>
                  </a:cubicBezTo>
                  <a:cubicBezTo>
                    <a:pt x="6815" y="4917"/>
                    <a:pt x="7237" y="3959"/>
                    <a:pt x="7605" y="2985"/>
                  </a:cubicBezTo>
                  <a:cubicBezTo>
                    <a:pt x="7974" y="2004"/>
                    <a:pt x="8290" y="1011"/>
                    <a:pt x="85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3867175" y="2466425"/>
              <a:ext cx="163900" cy="358475"/>
            </a:xfrm>
            <a:custGeom>
              <a:rect b="b" l="l" r="r" t="t"/>
              <a:pathLst>
                <a:path extrusionOk="0" h="14339" w="6556">
                  <a:moveTo>
                    <a:pt x="6555" y="1"/>
                  </a:moveTo>
                  <a:cubicBezTo>
                    <a:pt x="6427" y="666"/>
                    <a:pt x="6226" y="1314"/>
                    <a:pt x="5963" y="1932"/>
                  </a:cubicBezTo>
                  <a:cubicBezTo>
                    <a:pt x="5700" y="2551"/>
                    <a:pt x="5384" y="3150"/>
                    <a:pt x="5028" y="3726"/>
                  </a:cubicBezTo>
                  <a:cubicBezTo>
                    <a:pt x="4321" y="4878"/>
                    <a:pt x="3491" y="5940"/>
                    <a:pt x="2672" y="7020"/>
                  </a:cubicBezTo>
                  <a:cubicBezTo>
                    <a:pt x="2264" y="7559"/>
                    <a:pt x="1863" y="8102"/>
                    <a:pt x="1481" y="8662"/>
                  </a:cubicBezTo>
                  <a:cubicBezTo>
                    <a:pt x="1102" y="9221"/>
                    <a:pt x="744" y="9800"/>
                    <a:pt x="477" y="10422"/>
                  </a:cubicBezTo>
                  <a:cubicBezTo>
                    <a:pt x="207" y="11041"/>
                    <a:pt x="26" y="11709"/>
                    <a:pt x="10" y="12387"/>
                  </a:cubicBezTo>
                  <a:cubicBezTo>
                    <a:pt x="0" y="12726"/>
                    <a:pt x="33" y="13065"/>
                    <a:pt x="105" y="13394"/>
                  </a:cubicBezTo>
                  <a:cubicBezTo>
                    <a:pt x="181" y="13723"/>
                    <a:pt x="303" y="14045"/>
                    <a:pt x="471" y="14338"/>
                  </a:cubicBezTo>
                  <a:cubicBezTo>
                    <a:pt x="306" y="14045"/>
                    <a:pt x="188" y="13723"/>
                    <a:pt x="118" y="13394"/>
                  </a:cubicBezTo>
                  <a:cubicBezTo>
                    <a:pt x="49" y="13065"/>
                    <a:pt x="20" y="12729"/>
                    <a:pt x="36" y="12390"/>
                  </a:cubicBezTo>
                  <a:cubicBezTo>
                    <a:pt x="59" y="11716"/>
                    <a:pt x="237" y="11054"/>
                    <a:pt x="510" y="10439"/>
                  </a:cubicBezTo>
                  <a:cubicBezTo>
                    <a:pt x="777" y="9817"/>
                    <a:pt x="1135" y="9241"/>
                    <a:pt x="1517" y="8685"/>
                  </a:cubicBezTo>
                  <a:cubicBezTo>
                    <a:pt x="1899" y="8129"/>
                    <a:pt x="2307" y="7592"/>
                    <a:pt x="2715" y="7053"/>
                  </a:cubicBezTo>
                  <a:cubicBezTo>
                    <a:pt x="3524" y="5973"/>
                    <a:pt x="4354" y="4901"/>
                    <a:pt x="5058" y="3746"/>
                  </a:cubicBezTo>
                  <a:cubicBezTo>
                    <a:pt x="5407" y="3170"/>
                    <a:pt x="5726" y="2568"/>
                    <a:pt x="5983" y="1942"/>
                  </a:cubicBezTo>
                  <a:cubicBezTo>
                    <a:pt x="6242" y="1317"/>
                    <a:pt x="6437" y="669"/>
                    <a:pt x="65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4028500" y="2511850"/>
              <a:ext cx="47225" cy="114375"/>
            </a:xfrm>
            <a:custGeom>
              <a:rect b="b" l="l" r="r" t="t"/>
              <a:pathLst>
                <a:path extrusionOk="0" h="4575" w="1889">
                  <a:moveTo>
                    <a:pt x="1889" y="0"/>
                  </a:moveTo>
                  <a:lnTo>
                    <a:pt x="1797" y="303"/>
                  </a:lnTo>
                  <a:lnTo>
                    <a:pt x="1711" y="599"/>
                  </a:lnTo>
                  <a:lnTo>
                    <a:pt x="1619" y="895"/>
                  </a:lnTo>
                  <a:lnTo>
                    <a:pt x="1527" y="1191"/>
                  </a:lnTo>
                  <a:cubicBezTo>
                    <a:pt x="1395" y="1583"/>
                    <a:pt x="1254" y="1968"/>
                    <a:pt x="1093" y="2353"/>
                  </a:cubicBezTo>
                  <a:cubicBezTo>
                    <a:pt x="941" y="2735"/>
                    <a:pt x="770" y="3110"/>
                    <a:pt x="583" y="3478"/>
                  </a:cubicBezTo>
                  <a:lnTo>
                    <a:pt x="444" y="3755"/>
                  </a:lnTo>
                  <a:lnTo>
                    <a:pt x="300" y="4031"/>
                  </a:lnTo>
                  <a:lnTo>
                    <a:pt x="151" y="4301"/>
                  </a:lnTo>
                  <a:lnTo>
                    <a:pt x="0" y="4574"/>
                  </a:lnTo>
                  <a:lnTo>
                    <a:pt x="165" y="4311"/>
                  </a:lnTo>
                  <a:lnTo>
                    <a:pt x="326" y="4041"/>
                  </a:lnTo>
                  <a:lnTo>
                    <a:pt x="477" y="3771"/>
                  </a:lnTo>
                  <a:lnTo>
                    <a:pt x="622" y="3495"/>
                  </a:lnTo>
                  <a:cubicBezTo>
                    <a:pt x="810" y="3130"/>
                    <a:pt x="984" y="2751"/>
                    <a:pt x="1142" y="2370"/>
                  </a:cubicBezTo>
                  <a:cubicBezTo>
                    <a:pt x="1300" y="1985"/>
                    <a:pt x="1445" y="1596"/>
                    <a:pt x="1566" y="1201"/>
                  </a:cubicBezTo>
                  <a:lnTo>
                    <a:pt x="1659" y="905"/>
                  </a:lnTo>
                  <a:lnTo>
                    <a:pt x="1741" y="602"/>
                  </a:lnTo>
                  <a:lnTo>
                    <a:pt x="1817" y="303"/>
                  </a:lnTo>
                  <a:lnTo>
                    <a:pt x="18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4434650" y="2373475"/>
              <a:ext cx="213750" cy="561500"/>
            </a:xfrm>
            <a:custGeom>
              <a:rect b="b" l="l" r="r" t="t"/>
              <a:pathLst>
                <a:path extrusionOk="0" h="22460" w="8550">
                  <a:moveTo>
                    <a:pt x="0" y="0"/>
                  </a:moveTo>
                  <a:cubicBezTo>
                    <a:pt x="263" y="1011"/>
                    <a:pt x="583" y="2004"/>
                    <a:pt x="941" y="2985"/>
                  </a:cubicBezTo>
                  <a:cubicBezTo>
                    <a:pt x="1313" y="3959"/>
                    <a:pt x="1734" y="4913"/>
                    <a:pt x="2202" y="5848"/>
                  </a:cubicBezTo>
                  <a:cubicBezTo>
                    <a:pt x="3140" y="7710"/>
                    <a:pt x="4275" y="9477"/>
                    <a:pt x="5581" y="11103"/>
                  </a:cubicBezTo>
                  <a:cubicBezTo>
                    <a:pt x="5904" y="11511"/>
                    <a:pt x="6229" y="11916"/>
                    <a:pt x="6542" y="12337"/>
                  </a:cubicBezTo>
                  <a:cubicBezTo>
                    <a:pt x="6848" y="12755"/>
                    <a:pt x="7144" y="13183"/>
                    <a:pt x="7404" y="13637"/>
                  </a:cubicBezTo>
                  <a:cubicBezTo>
                    <a:pt x="7664" y="14088"/>
                    <a:pt x="7885" y="14562"/>
                    <a:pt x="8049" y="15055"/>
                  </a:cubicBezTo>
                  <a:cubicBezTo>
                    <a:pt x="8076" y="15118"/>
                    <a:pt x="8095" y="15180"/>
                    <a:pt x="8112" y="15239"/>
                  </a:cubicBezTo>
                  <a:cubicBezTo>
                    <a:pt x="8128" y="15302"/>
                    <a:pt x="8151" y="15364"/>
                    <a:pt x="8164" y="15427"/>
                  </a:cubicBezTo>
                  <a:cubicBezTo>
                    <a:pt x="8201" y="15552"/>
                    <a:pt x="8237" y="15677"/>
                    <a:pt x="8260" y="15805"/>
                  </a:cubicBezTo>
                  <a:cubicBezTo>
                    <a:pt x="8293" y="15934"/>
                    <a:pt x="8312" y="16059"/>
                    <a:pt x="8339" y="16187"/>
                  </a:cubicBezTo>
                  <a:cubicBezTo>
                    <a:pt x="8355" y="16315"/>
                    <a:pt x="8378" y="16447"/>
                    <a:pt x="8391" y="16572"/>
                  </a:cubicBezTo>
                  <a:cubicBezTo>
                    <a:pt x="8516" y="17605"/>
                    <a:pt x="8441" y="18665"/>
                    <a:pt x="8178" y="19672"/>
                  </a:cubicBezTo>
                  <a:cubicBezTo>
                    <a:pt x="7918" y="20679"/>
                    <a:pt x="7463" y="21643"/>
                    <a:pt x="6812" y="22459"/>
                  </a:cubicBezTo>
                  <a:cubicBezTo>
                    <a:pt x="7467" y="21646"/>
                    <a:pt x="7931" y="20689"/>
                    <a:pt x="8204" y="19679"/>
                  </a:cubicBezTo>
                  <a:cubicBezTo>
                    <a:pt x="8470" y="18672"/>
                    <a:pt x="8549" y="17612"/>
                    <a:pt x="8424" y="16575"/>
                  </a:cubicBezTo>
                  <a:cubicBezTo>
                    <a:pt x="8411" y="16447"/>
                    <a:pt x="8391" y="16315"/>
                    <a:pt x="8372" y="16187"/>
                  </a:cubicBezTo>
                  <a:cubicBezTo>
                    <a:pt x="8352" y="16059"/>
                    <a:pt x="8326" y="15934"/>
                    <a:pt x="8296" y="15805"/>
                  </a:cubicBezTo>
                  <a:cubicBezTo>
                    <a:pt x="8270" y="15674"/>
                    <a:pt x="8237" y="15549"/>
                    <a:pt x="8204" y="15420"/>
                  </a:cubicBezTo>
                  <a:cubicBezTo>
                    <a:pt x="8187" y="15358"/>
                    <a:pt x="8164" y="15295"/>
                    <a:pt x="8148" y="15233"/>
                  </a:cubicBezTo>
                  <a:cubicBezTo>
                    <a:pt x="8131" y="15170"/>
                    <a:pt x="8112" y="15111"/>
                    <a:pt x="8092" y="15049"/>
                  </a:cubicBezTo>
                  <a:cubicBezTo>
                    <a:pt x="7927" y="14552"/>
                    <a:pt x="7700" y="14078"/>
                    <a:pt x="7447" y="13620"/>
                  </a:cubicBezTo>
                  <a:cubicBezTo>
                    <a:pt x="7187" y="13163"/>
                    <a:pt x="6891" y="12732"/>
                    <a:pt x="6582" y="12314"/>
                  </a:cubicBezTo>
                  <a:cubicBezTo>
                    <a:pt x="6269" y="11893"/>
                    <a:pt x="5950" y="11481"/>
                    <a:pt x="5624" y="11073"/>
                  </a:cubicBezTo>
                  <a:cubicBezTo>
                    <a:pt x="4311" y="9454"/>
                    <a:pt x="3176" y="7694"/>
                    <a:pt x="2235" y="5835"/>
                  </a:cubicBezTo>
                  <a:cubicBezTo>
                    <a:pt x="1767" y="4903"/>
                    <a:pt x="1343" y="3949"/>
                    <a:pt x="971" y="2975"/>
                  </a:cubicBezTo>
                  <a:cubicBezTo>
                    <a:pt x="599" y="2001"/>
                    <a:pt x="273" y="1011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4411125" y="2466425"/>
              <a:ext cx="163900" cy="358550"/>
            </a:xfrm>
            <a:custGeom>
              <a:rect b="b" l="l" r="r" t="t"/>
              <a:pathLst>
                <a:path extrusionOk="0" h="14342" w="6556">
                  <a:moveTo>
                    <a:pt x="0" y="1"/>
                  </a:moveTo>
                  <a:cubicBezTo>
                    <a:pt x="119" y="669"/>
                    <a:pt x="313" y="1317"/>
                    <a:pt x="573" y="1949"/>
                  </a:cubicBezTo>
                  <a:cubicBezTo>
                    <a:pt x="826" y="2574"/>
                    <a:pt x="1148" y="3170"/>
                    <a:pt x="1497" y="3749"/>
                  </a:cubicBezTo>
                  <a:cubicBezTo>
                    <a:pt x="2202" y="4904"/>
                    <a:pt x="3031" y="5980"/>
                    <a:pt x="3840" y="7056"/>
                  </a:cubicBezTo>
                  <a:cubicBezTo>
                    <a:pt x="4248" y="7592"/>
                    <a:pt x="4656" y="8135"/>
                    <a:pt x="5038" y="8688"/>
                  </a:cubicBezTo>
                  <a:cubicBezTo>
                    <a:pt x="5423" y="9244"/>
                    <a:pt x="5775" y="9823"/>
                    <a:pt x="6048" y="10442"/>
                  </a:cubicBezTo>
                  <a:cubicBezTo>
                    <a:pt x="6318" y="11057"/>
                    <a:pt x="6499" y="11722"/>
                    <a:pt x="6519" y="12397"/>
                  </a:cubicBezTo>
                  <a:cubicBezTo>
                    <a:pt x="6535" y="12729"/>
                    <a:pt x="6509" y="13071"/>
                    <a:pt x="6437" y="13400"/>
                  </a:cubicBezTo>
                  <a:cubicBezTo>
                    <a:pt x="6371" y="13729"/>
                    <a:pt x="6249" y="14045"/>
                    <a:pt x="6085" y="14342"/>
                  </a:cubicBezTo>
                  <a:cubicBezTo>
                    <a:pt x="6252" y="14049"/>
                    <a:pt x="6374" y="13729"/>
                    <a:pt x="6450" y="13400"/>
                  </a:cubicBezTo>
                  <a:cubicBezTo>
                    <a:pt x="6522" y="13071"/>
                    <a:pt x="6555" y="12729"/>
                    <a:pt x="6545" y="12390"/>
                  </a:cubicBezTo>
                  <a:cubicBezTo>
                    <a:pt x="6529" y="11712"/>
                    <a:pt x="6351" y="11044"/>
                    <a:pt x="6078" y="10426"/>
                  </a:cubicBezTo>
                  <a:cubicBezTo>
                    <a:pt x="5811" y="9804"/>
                    <a:pt x="5453" y="9225"/>
                    <a:pt x="5074" y="8665"/>
                  </a:cubicBezTo>
                  <a:cubicBezTo>
                    <a:pt x="4693" y="8106"/>
                    <a:pt x="4291" y="7563"/>
                    <a:pt x="3883" y="7023"/>
                  </a:cubicBezTo>
                  <a:cubicBezTo>
                    <a:pt x="3064" y="5947"/>
                    <a:pt x="2234" y="4881"/>
                    <a:pt x="1527" y="3729"/>
                  </a:cubicBezTo>
                  <a:cubicBezTo>
                    <a:pt x="1172" y="3153"/>
                    <a:pt x="852" y="2558"/>
                    <a:pt x="592" y="1936"/>
                  </a:cubicBezTo>
                  <a:cubicBezTo>
                    <a:pt x="329" y="1314"/>
                    <a:pt x="128" y="666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4366525" y="2511850"/>
              <a:ext cx="47000" cy="114200"/>
            </a:xfrm>
            <a:custGeom>
              <a:rect b="b" l="l" r="r" t="t"/>
              <a:pathLst>
                <a:path extrusionOk="0" h="4568" w="1880">
                  <a:moveTo>
                    <a:pt x="0" y="0"/>
                  </a:moveTo>
                  <a:lnTo>
                    <a:pt x="60" y="300"/>
                  </a:lnTo>
                  <a:lnTo>
                    <a:pt x="139" y="599"/>
                  </a:lnTo>
                  <a:lnTo>
                    <a:pt x="221" y="899"/>
                  </a:lnTo>
                  <a:lnTo>
                    <a:pt x="313" y="1195"/>
                  </a:lnTo>
                  <a:cubicBezTo>
                    <a:pt x="435" y="1590"/>
                    <a:pt x="580" y="1981"/>
                    <a:pt x="734" y="2363"/>
                  </a:cubicBezTo>
                  <a:cubicBezTo>
                    <a:pt x="896" y="2748"/>
                    <a:pt x="1070" y="3126"/>
                    <a:pt x="1258" y="3492"/>
                  </a:cubicBezTo>
                  <a:lnTo>
                    <a:pt x="1402" y="3768"/>
                  </a:lnTo>
                  <a:lnTo>
                    <a:pt x="1554" y="4038"/>
                  </a:lnTo>
                  <a:lnTo>
                    <a:pt x="1715" y="4304"/>
                  </a:lnTo>
                  <a:lnTo>
                    <a:pt x="1879" y="4568"/>
                  </a:lnTo>
                  <a:lnTo>
                    <a:pt x="1728" y="4298"/>
                  </a:lnTo>
                  <a:lnTo>
                    <a:pt x="1580" y="4025"/>
                  </a:lnTo>
                  <a:lnTo>
                    <a:pt x="1435" y="3752"/>
                  </a:lnTo>
                  <a:lnTo>
                    <a:pt x="1294" y="3475"/>
                  </a:lnTo>
                  <a:cubicBezTo>
                    <a:pt x="1113" y="3103"/>
                    <a:pt x="942" y="2732"/>
                    <a:pt x="784" y="2346"/>
                  </a:cubicBezTo>
                  <a:cubicBezTo>
                    <a:pt x="629" y="1968"/>
                    <a:pt x="484" y="1580"/>
                    <a:pt x="353" y="1188"/>
                  </a:cubicBezTo>
                  <a:lnTo>
                    <a:pt x="257" y="892"/>
                  </a:lnTo>
                  <a:lnTo>
                    <a:pt x="168" y="596"/>
                  </a:lnTo>
                  <a:lnTo>
                    <a:pt x="83" y="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1" name="Google Shape;921;p40"/>
            <p:cNvGrpSpPr/>
            <p:nvPr/>
          </p:nvGrpSpPr>
          <p:grpSpPr>
            <a:xfrm>
              <a:off x="4083600" y="2744000"/>
              <a:ext cx="274975" cy="261550"/>
              <a:chOff x="4083600" y="2744000"/>
              <a:chExt cx="274975" cy="261550"/>
            </a:xfrm>
          </p:grpSpPr>
          <p:sp>
            <p:nvSpPr>
              <p:cNvPr id="922" name="Google Shape;922;p40"/>
              <p:cNvSpPr/>
              <p:nvPr/>
            </p:nvSpPr>
            <p:spPr>
              <a:xfrm>
                <a:off x="4083600" y="2758475"/>
                <a:ext cx="274975" cy="247075"/>
              </a:xfrm>
              <a:custGeom>
                <a:rect b="b" l="l" r="r" t="t"/>
                <a:pathLst>
                  <a:path extrusionOk="0" h="9883" w="10999">
                    <a:moveTo>
                      <a:pt x="3012" y="1"/>
                    </a:moveTo>
                    <a:cubicBezTo>
                      <a:pt x="1515" y="1"/>
                      <a:pt x="1" y="1116"/>
                      <a:pt x="1" y="3252"/>
                    </a:cubicBezTo>
                    <a:cubicBezTo>
                      <a:pt x="1" y="3680"/>
                      <a:pt x="103" y="4111"/>
                      <a:pt x="277" y="4539"/>
                    </a:cubicBezTo>
                    <a:cubicBezTo>
                      <a:pt x="1334" y="7132"/>
                      <a:pt x="5059" y="9593"/>
                      <a:pt x="5246" y="9715"/>
                    </a:cubicBezTo>
                    <a:lnTo>
                      <a:pt x="5500" y="9883"/>
                    </a:lnTo>
                    <a:lnTo>
                      <a:pt x="5753" y="9718"/>
                    </a:lnTo>
                    <a:cubicBezTo>
                      <a:pt x="5941" y="9600"/>
                      <a:pt x="9666" y="7135"/>
                      <a:pt x="10725" y="4542"/>
                    </a:cubicBezTo>
                    <a:cubicBezTo>
                      <a:pt x="10900" y="4114"/>
                      <a:pt x="10998" y="3680"/>
                      <a:pt x="10998" y="3255"/>
                    </a:cubicBezTo>
                    <a:cubicBezTo>
                      <a:pt x="10998" y="1116"/>
                      <a:pt x="9485" y="1"/>
                      <a:pt x="7987" y="1"/>
                    </a:cubicBezTo>
                    <a:cubicBezTo>
                      <a:pt x="7030" y="1"/>
                      <a:pt x="6135" y="452"/>
                      <a:pt x="5500" y="1218"/>
                    </a:cubicBezTo>
                    <a:cubicBezTo>
                      <a:pt x="4868" y="452"/>
                      <a:pt x="3969" y="1"/>
                      <a:pt x="30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40"/>
              <p:cNvSpPr/>
              <p:nvPr/>
            </p:nvSpPr>
            <p:spPr>
              <a:xfrm>
                <a:off x="4221075" y="2744000"/>
                <a:ext cx="137500" cy="113475"/>
              </a:xfrm>
              <a:custGeom>
                <a:rect b="b" l="l" r="r" t="t"/>
                <a:pathLst>
                  <a:path extrusionOk="0" h="4539" w="5500">
                    <a:moveTo>
                      <a:pt x="2488" y="1"/>
                    </a:moveTo>
                    <a:cubicBezTo>
                      <a:pt x="1531" y="1"/>
                      <a:pt x="636" y="448"/>
                      <a:pt x="1" y="1218"/>
                    </a:cubicBezTo>
                    <a:lnTo>
                      <a:pt x="1" y="4538"/>
                    </a:lnTo>
                    <a:lnTo>
                      <a:pt x="5226" y="4538"/>
                    </a:lnTo>
                    <a:cubicBezTo>
                      <a:pt x="5401" y="4111"/>
                      <a:pt x="5499" y="3673"/>
                      <a:pt x="5499" y="3252"/>
                    </a:cubicBezTo>
                    <a:cubicBezTo>
                      <a:pt x="5499" y="1116"/>
                      <a:pt x="3986" y="1"/>
                      <a:pt x="248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40"/>
              <p:cNvSpPr/>
              <p:nvPr/>
            </p:nvSpPr>
            <p:spPr>
              <a:xfrm>
                <a:off x="4221075" y="2857525"/>
                <a:ext cx="130675" cy="133550"/>
              </a:xfrm>
              <a:custGeom>
                <a:rect b="b" l="l" r="r" t="t"/>
                <a:pathLst>
                  <a:path extrusionOk="0" h="5342" w="5227">
                    <a:moveTo>
                      <a:pt x="1" y="1"/>
                    </a:moveTo>
                    <a:lnTo>
                      <a:pt x="1" y="5341"/>
                    </a:lnTo>
                    <a:lnTo>
                      <a:pt x="254" y="5177"/>
                    </a:lnTo>
                    <a:cubicBezTo>
                      <a:pt x="442" y="5055"/>
                      <a:pt x="4167" y="2594"/>
                      <a:pt x="52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4262550" y="2836550"/>
                <a:ext cx="40900" cy="41000"/>
              </a:xfrm>
              <a:custGeom>
                <a:rect b="b" l="l" r="r" t="t"/>
                <a:pathLst>
                  <a:path extrusionOk="0" h="1640" w="1636">
                    <a:moveTo>
                      <a:pt x="819" y="1"/>
                    </a:moveTo>
                    <a:cubicBezTo>
                      <a:pt x="365" y="1"/>
                      <a:pt x="0" y="366"/>
                      <a:pt x="0" y="820"/>
                    </a:cubicBezTo>
                    <a:cubicBezTo>
                      <a:pt x="0" y="1271"/>
                      <a:pt x="365" y="1639"/>
                      <a:pt x="819" y="1639"/>
                    </a:cubicBezTo>
                    <a:cubicBezTo>
                      <a:pt x="1270" y="1639"/>
                      <a:pt x="1636" y="1271"/>
                      <a:pt x="1636" y="820"/>
                    </a:cubicBezTo>
                    <a:cubicBezTo>
                      <a:pt x="1636" y="372"/>
                      <a:pt x="1270" y="4"/>
                      <a:pt x="8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40"/>
              <p:cNvSpPr/>
              <p:nvPr/>
            </p:nvSpPr>
            <p:spPr>
              <a:xfrm>
                <a:off x="4090525" y="2857450"/>
                <a:ext cx="130575" cy="133625"/>
              </a:xfrm>
              <a:custGeom>
                <a:rect b="b" l="l" r="r" t="t"/>
                <a:pathLst>
                  <a:path extrusionOk="0" h="5345" w="5223">
                    <a:moveTo>
                      <a:pt x="0" y="0"/>
                    </a:moveTo>
                    <a:cubicBezTo>
                      <a:pt x="1057" y="2590"/>
                      <a:pt x="4782" y="5055"/>
                      <a:pt x="4969" y="5173"/>
                    </a:cubicBezTo>
                    <a:lnTo>
                      <a:pt x="5223" y="5344"/>
                    </a:lnTo>
                    <a:lnTo>
                      <a:pt x="52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40"/>
              <p:cNvSpPr/>
              <p:nvPr/>
            </p:nvSpPr>
            <p:spPr>
              <a:xfrm>
                <a:off x="4200175" y="2893975"/>
                <a:ext cx="41000" cy="40900"/>
              </a:xfrm>
              <a:custGeom>
                <a:rect b="b" l="l" r="r" t="t"/>
                <a:pathLst>
                  <a:path extrusionOk="0" h="1636" w="1640">
                    <a:moveTo>
                      <a:pt x="820" y="0"/>
                    </a:moveTo>
                    <a:cubicBezTo>
                      <a:pt x="369" y="0"/>
                      <a:pt x="1" y="366"/>
                      <a:pt x="1" y="817"/>
                    </a:cubicBezTo>
                    <a:cubicBezTo>
                      <a:pt x="1" y="1271"/>
                      <a:pt x="369" y="1636"/>
                      <a:pt x="820" y="1636"/>
                    </a:cubicBezTo>
                    <a:cubicBezTo>
                      <a:pt x="1274" y="1636"/>
                      <a:pt x="1639" y="1271"/>
                      <a:pt x="1639" y="817"/>
                    </a:cubicBezTo>
                    <a:cubicBezTo>
                      <a:pt x="1639" y="369"/>
                      <a:pt x="1274" y="4"/>
                      <a:pt x="8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4083600" y="2744000"/>
                <a:ext cx="137500" cy="113475"/>
              </a:xfrm>
              <a:custGeom>
                <a:rect b="b" l="l" r="r" t="t"/>
                <a:pathLst>
                  <a:path extrusionOk="0" h="4539" w="5500">
                    <a:moveTo>
                      <a:pt x="3012" y="1"/>
                    </a:moveTo>
                    <a:cubicBezTo>
                      <a:pt x="1515" y="1"/>
                      <a:pt x="1" y="1116"/>
                      <a:pt x="1" y="3252"/>
                    </a:cubicBezTo>
                    <a:cubicBezTo>
                      <a:pt x="1" y="3679"/>
                      <a:pt x="103" y="4111"/>
                      <a:pt x="277" y="4538"/>
                    </a:cubicBezTo>
                    <a:lnTo>
                      <a:pt x="5500" y="4538"/>
                    </a:lnTo>
                    <a:lnTo>
                      <a:pt x="5500" y="1218"/>
                    </a:lnTo>
                    <a:cubicBezTo>
                      <a:pt x="4868" y="448"/>
                      <a:pt x="3969" y="1"/>
                      <a:pt x="301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40"/>
              <p:cNvSpPr/>
              <p:nvPr/>
            </p:nvSpPr>
            <p:spPr>
              <a:xfrm>
                <a:off x="4140875" y="2836550"/>
                <a:ext cx="40975" cy="41000"/>
              </a:xfrm>
              <a:custGeom>
                <a:rect b="b" l="l" r="r" t="t"/>
                <a:pathLst>
                  <a:path extrusionOk="0" h="1640" w="1639">
                    <a:moveTo>
                      <a:pt x="820" y="1"/>
                    </a:moveTo>
                    <a:cubicBezTo>
                      <a:pt x="365" y="1"/>
                      <a:pt x="0" y="366"/>
                      <a:pt x="0" y="820"/>
                    </a:cubicBezTo>
                    <a:cubicBezTo>
                      <a:pt x="0" y="1271"/>
                      <a:pt x="365" y="1639"/>
                      <a:pt x="820" y="1639"/>
                    </a:cubicBezTo>
                    <a:cubicBezTo>
                      <a:pt x="1270" y="1639"/>
                      <a:pt x="1639" y="1271"/>
                      <a:pt x="1639" y="820"/>
                    </a:cubicBezTo>
                    <a:cubicBezTo>
                      <a:pt x="1639" y="372"/>
                      <a:pt x="1270" y="4"/>
                      <a:pt x="8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40"/>
              <p:cNvSpPr/>
              <p:nvPr/>
            </p:nvSpPr>
            <p:spPr>
              <a:xfrm>
                <a:off x="4200175" y="2794275"/>
                <a:ext cx="41000" cy="40975"/>
              </a:xfrm>
              <a:custGeom>
                <a:rect b="b" l="l" r="r" t="t"/>
                <a:pathLst>
                  <a:path extrusionOk="0" h="1639" w="1640">
                    <a:moveTo>
                      <a:pt x="820" y="0"/>
                    </a:moveTo>
                    <a:cubicBezTo>
                      <a:pt x="369" y="0"/>
                      <a:pt x="1" y="369"/>
                      <a:pt x="1" y="820"/>
                    </a:cubicBezTo>
                    <a:cubicBezTo>
                      <a:pt x="1" y="1270"/>
                      <a:pt x="369" y="1639"/>
                      <a:pt x="820" y="1639"/>
                    </a:cubicBezTo>
                    <a:cubicBezTo>
                      <a:pt x="1271" y="1639"/>
                      <a:pt x="1639" y="1270"/>
                      <a:pt x="1639" y="820"/>
                    </a:cubicBezTo>
                    <a:cubicBezTo>
                      <a:pt x="1639" y="369"/>
                      <a:pt x="1271" y="0"/>
                      <a:pt x="8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1" name="Google Shape;931;p40"/>
            <p:cNvSpPr/>
            <p:nvPr/>
          </p:nvSpPr>
          <p:spPr>
            <a:xfrm>
              <a:off x="3805475" y="2177175"/>
              <a:ext cx="36550" cy="129275"/>
            </a:xfrm>
            <a:custGeom>
              <a:rect b="b" l="l" r="r" t="t"/>
              <a:pathLst>
                <a:path extrusionOk="0" h="5171" w="1462">
                  <a:moveTo>
                    <a:pt x="0" y="1"/>
                  </a:moveTo>
                  <a:lnTo>
                    <a:pt x="0" y="5170"/>
                  </a:lnTo>
                  <a:lnTo>
                    <a:pt x="1461" y="5170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3759075" y="2223575"/>
              <a:ext cx="129250" cy="36650"/>
            </a:xfrm>
            <a:custGeom>
              <a:rect b="b" l="l" r="r" t="t"/>
              <a:pathLst>
                <a:path extrusionOk="0" h="1466" w="5170">
                  <a:moveTo>
                    <a:pt x="0" y="1"/>
                  </a:moveTo>
                  <a:lnTo>
                    <a:pt x="0" y="1465"/>
                  </a:lnTo>
                  <a:lnTo>
                    <a:pt x="5170" y="1465"/>
                  </a:lnTo>
                  <a:lnTo>
                    <a:pt x="51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4544300" y="2273850"/>
              <a:ext cx="26425" cy="93475"/>
            </a:xfrm>
            <a:custGeom>
              <a:rect b="b" l="l" r="r" t="t"/>
              <a:pathLst>
                <a:path extrusionOk="0" h="3739" w="1057">
                  <a:moveTo>
                    <a:pt x="1" y="0"/>
                  </a:moveTo>
                  <a:lnTo>
                    <a:pt x="1" y="3739"/>
                  </a:lnTo>
                  <a:lnTo>
                    <a:pt x="1057" y="3739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4510750" y="2307400"/>
              <a:ext cx="93550" cy="26450"/>
            </a:xfrm>
            <a:custGeom>
              <a:rect b="b" l="l" r="r" t="t"/>
              <a:pathLst>
                <a:path extrusionOk="0" h="1058" w="3742">
                  <a:moveTo>
                    <a:pt x="0" y="1"/>
                  </a:moveTo>
                  <a:lnTo>
                    <a:pt x="0" y="1057"/>
                  </a:lnTo>
                  <a:lnTo>
                    <a:pt x="3742" y="1057"/>
                  </a:lnTo>
                  <a:lnTo>
                    <a:pt x="3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3739900" y="2556425"/>
              <a:ext cx="17125" cy="60500"/>
            </a:xfrm>
            <a:custGeom>
              <a:rect b="b" l="l" r="r" t="t"/>
              <a:pathLst>
                <a:path extrusionOk="0" h="2420" w="685">
                  <a:moveTo>
                    <a:pt x="0" y="1"/>
                  </a:moveTo>
                  <a:lnTo>
                    <a:pt x="0" y="2419"/>
                  </a:lnTo>
                  <a:lnTo>
                    <a:pt x="685" y="2419"/>
                  </a:lnTo>
                  <a:lnTo>
                    <a:pt x="6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3718175" y="2578150"/>
              <a:ext cx="60500" cy="17125"/>
            </a:xfrm>
            <a:custGeom>
              <a:rect b="b" l="l" r="r" t="t"/>
              <a:pathLst>
                <a:path extrusionOk="0" h="685" w="2420">
                  <a:moveTo>
                    <a:pt x="1" y="1"/>
                  </a:moveTo>
                  <a:lnTo>
                    <a:pt x="1" y="685"/>
                  </a:lnTo>
                  <a:lnTo>
                    <a:pt x="2419" y="685"/>
                  </a:lnTo>
                  <a:lnTo>
                    <a:pt x="24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4323907" y="2010296"/>
              <a:ext cx="78175" cy="70025"/>
            </a:xfrm>
            <a:custGeom>
              <a:rect b="b" l="l" r="r" t="t"/>
              <a:pathLst>
                <a:path extrusionOk="0" h="2801" w="3127">
                  <a:moveTo>
                    <a:pt x="856" y="0"/>
                  </a:moveTo>
                  <a:cubicBezTo>
                    <a:pt x="432" y="0"/>
                    <a:pt x="1" y="316"/>
                    <a:pt x="1" y="922"/>
                  </a:cubicBezTo>
                  <a:cubicBezTo>
                    <a:pt x="1" y="1040"/>
                    <a:pt x="30" y="1165"/>
                    <a:pt x="80" y="1287"/>
                  </a:cubicBezTo>
                  <a:cubicBezTo>
                    <a:pt x="379" y="2024"/>
                    <a:pt x="1435" y="2718"/>
                    <a:pt x="1488" y="2758"/>
                  </a:cubicBezTo>
                  <a:lnTo>
                    <a:pt x="1564" y="2801"/>
                  </a:lnTo>
                  <a:lnTo>
                    <a:pt x="1636" y="2758"/>
                  </a:lnTo>
                  <a:cubicBezTo>
                    <a:pt x="1692" y="2725"/>
                    <a:pt x="2748" y="2024"/>
                    <a:pt x="3048" y="1287"/>
                  </a:cubicBezTo>
                  <a:cubicBezTo>
                    <a:pt x="3097" y="1165"/>
                    <a:pt x="3127" y="1047"/>
                    <a:pt x="3127" y="922"/>
                  </a:cubicBezTo>
                  <a:cubicBezTo>
                    <a:pt x="3124" y="316"/>
                    <a:pt x="2696" y="0"/>
                    <a:pt x="2268" y="0"/>
                  </a:cubicBezTo>
                  <a:cubicBezTo>
                    <a:pt x="1995" y="0"/>
                    <a:pt x="1741" y="129"/>
                    <a:pt x="1564" y="346"/>
                  </a:cubicBezTo>
                  <a:cubicBezTo>
                    <a:pt x="1383" y="129"/>
                    <a:pt x="1133" y="0"/>
                    <a:pt x="856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8" name="Google Shape;938;p40"/>
          <p:cNvSpPr txBox="1"/>
          <p:nvPr>
            <p:ph type="title"/>
          </p:nvPr>
        </p:nvSpPr>
        <p:spPr>
          <a:xfrm>
            <a:off x="2638500" y="640750"/>
            <a:ext cx="386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 Frontend Interface</a:t>
            </a:r>
            <a:endParaRPr b="1" sz="3200"/>
          </a:p>
        </p:txBody>
      </p:sp>
      <p:sp>
        <p:nvSpPr>
          <p:cNvPr id="939" name="Google Shape;939;p40"/>
          <p:cNvSpPr txBox="1"/>
          <p:nvPr>
            <p:ph type="title"/>
          </p:nvPr>
        </p:nvSpPr>
        <p:spPr>
          <a:xfrm>
            <a:off x="458875" y="1587600"/>
            <a:ext cx="5481000" cy="24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</a:t>
            </a:r>
            <a:r>
              <a:rPr b="1" lang="en" sz="1900">
                <a:solidFill>
                  <a:schemeClr val="lt1"/>
                </a:solidFill>
              </a:rPr>
              <a:t>React</a:t>
            </a:r>
            <a:r>
              <a:rPr lang="en" sz="1900">
                <a:solidFill>
                  <a:schemeClr val="lt1"/>
                </a:solidFill>
              </a:rPr>
              <a:t>-based frontend serves as the main interaction layer for clinicians, supporting s</a:t>
            </a:r>
            <a:r>
              <a:rPr b="1" lang="en" sz="1900">
                <a:solidFill>
                  <a:schemeClr val="lt1"/>
                </a:solidFill>
              </a:rPr>
              <a:t>ecure authentication</a:t>
            </a:r>
            <a:r>
              <a:rPr lang="en" sz="1900">
                <a:solidFill>
                  <a:schemeClr val="lt1"/>
                </a:solidFill>
              </a:rPr>
              <a:t>, </a:t>
            </a:r>
            <a:r>
              <a:rPr b="1" lang="en" sz="1900">
                <a:solidFill>
                  <a:schemeClr val="lt1"/>
                </a:solidFill>
              </a:rPr>
              <a:t>patient management</a:t>
            </a:r>
            <a:r>
              <a:rPr lang="en" sz="1900">
                <a:solidFill>
                  <a:schemeClr val="lt1"/>
                </a:solidFill>
              </a:rPr>
              <a:t>, </a:t>
            </a:r>
            <a:r>
              <a:rPr b="1" lang="en" sz="1900">
                <a:solidFill>
                  <a:schemeClr val="lt1"/>
                </a:solidFill>
              </a:rPr>
              <a:t>session-based</a:t>
            </a:r>
            <a:r>
              <a:rPr lang="en" sz="1900">
                <a:solidFill>
                  <a:schemeClr val="lt1"/>
                </a:solidFill>
              </a:rPr>
              <a:t> text input, and </a:t>
            </a:r>
            <a:r>
              <a:rPr b="1" lang="en" sz="1900">
                <a:solidFill>
                  <a:schemeClr val="lt1"/>
                </a:solidFill>
              </a:rPr>
              <a:t>review of past sessions</a:t>
            </a:r>
            <a:r>
              <a:rPr lang="en" sz="1900">
                <a:solidFill>
                  <a:schemeClr val="lt1"/>
                </a:solidFill>
              </a:rPr>
              <a:t>. AI outputs are presented within sessions as probabilistic risk indicators, clearly separated from </a:t>
            </a:r>
            <a:r>
              <a:rPr i="1" lang="en" sz="1900">
                <a:solidFill>
                  <a:schemeClr val="lt1"/>
                </a:solidFill>
              </a:rPr>
              <a:t>clinical diagnoses or recommendations</a:t>
            </a:r>
            <a:endParaRPr i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Architecture</a:t>
            </a:r>
            <a:endParaRPr/>
          </a:p>
        </p:txBody>
      </p:sp>
      <p:sp>
        <p:nvSpPr>
          <p:cNvPr id="945" name="Google Shape;945;p41"/>
          <p:cNvSpPr txBox="1"/>
          <p:nvPr/>
        </p:nvSpPr>
        <p:spPr>
          <a:xfrm>
            <a:off x="720000" y="1070000"/>
            <a:ext cx="2272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Node.js + MongoDB</a:t>
            </a:r>
            <a:endParaRPr b="1" sz="18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46" name="Google Shape;946;p41"/>
          <p:cNvSpPr txBox="1"/>
          <p:nvPr/>
        </p:nvSpPr>
        <p:spPr>
          <a:xfrm>
            <a:off x="529500" y="1622375"/>
            <a:ext cx="78945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</a:pPr>
            <a:r>
              <a:rPr b="1" lang="en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Node.js backend orchestrates clinical workflows, secure authentication, and data persistence, independent of ML inference</a:t>
            </a:r>
            <a:endParaRPr b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47" name="Google Shape;947;p41"/>
          <p:cNvSpPr txBox="1"/>
          <p:nvPr/>
        </p:nvSpPr>
        <p:spPr>
          <a:xfrm>
            <a:off x="486000" y="2340075"/>
            <a:ext cx="78945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</a:pPr>
            <a:r>
              <a:rPr b="1" lang="en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MongoDB storage separates psychologists, patients, and sessions to support structured, longitudinal clinical tracking</a:t>
            </a:r>
            <a:endParaRPr b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48" name="Google Shape;948;p41"/>
          <p:cNvSpPr txBox="1"/>
          <p:nvPr/>
        </p:nvSpPr>
        <p:spPr>
          <a:xfrm>
            <a:off x="529500" y="3023025"/>
            <a:ext cx="78945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</a:pPr>
            <a:r>
              <a:rPr b="1" lang="en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JWT-based access control ensures only authorized clinicians can access patient records and AI outputs.</a:t>
            </a:r>
            <a:endParaRPr b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Inference Service (FastAPI)</a:t>
            </a:r>
            <a:endParaRPr/>
          </a:p>
        </p:txBody>
      </p:sp>
      <p:sp>
        <p:nvSpPr>
          <p:cNvPr id="954" name="Google Shape;954;p42"/>
          <p:cNvSpPr/>
          <p:nvPr/>
        </p:nvSpPr>
        <p:spPr>
          <a:xfrm>
            <a:off x="6943950" y="1576663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2"/>
          <p:cNvSpPr/>
          <p:nvPr/>
        </p:nvSpPr>
        <p:spPr>
          <a:xfrm>
            <a:off x="8081994" y="1576663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2"/>
          <p:cNvSpPr/>
          <p:nvPr/>
        </p:nvSpPr>
        <p:spPr>
          <a:xfrm>
            <a:off x="6943950" y="2827335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42"/>
          <p:cNvSpPr/>
          <p:nvPr/>
        </p:nvSpPr>
        <p:spPr>
          <a:xfrm>
            <a:off x="8081994" y="2827335"/>
            <a:ext cx="750000" cy="739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8" name="Google Shape;958;p42"/>
          <p:cNvCxnSpPr>
            <a:stCxn id="955" idx="4"/>
            <a:endCxn id="956" idx="0"/>
          </p:cNvCxnSpPr>
          <p:nvPr/>
        </p:nvCxnSpPr>
        <p:spPr>
          <a:xfrm rot="5400000">
            <a:off x="7632444" y="2002813"/>
            <a:ext cx="511200" cy="11379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42"/>
          <p:cNvCxnSpPr>
            <a:stCxn id="954" idx="0"/>
            <a:endCxn id="955" idx="0"/>
          </p:cNvCxnSpPr>
          <p:nvPr/>
        </p:nvCxnSpPr>
        <p:spPr>
          <a:xfrm flipH="1" rot="-5400000">
            <a:off x="7887600" y="1008013"/>
            <a:ext cx="600" cy="1137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42"/>
          <p:cNvCxnSpPr>
            <a:stCxn id="956" idx="4"/>
            <a:endCxn id="957" idx="4"/>
          </p:cNvCxnSpPr>
          <p:nvPr/>
        </p:nvCxnSpPr>
        <p:spPr>
          <a:xfrm flipH="1" rot="-5400000">
            <a:off x="7887600" y="2998185"/>
            <a:ext cx="600" cy="11379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961" name="Google Shape;961;p42"/>
          <p:cNvGrpSpPr/>
          <p:nvPr/>
        </p:nvGrpSpPr>
        <p:grpSpPr>
          <a:xfrm>
            <a:off x="7155513" y="3025167"/>
            <a:ext cx="327294" cy="344059"/>
            <a:chOff x="7156529" y="1968003"/>
            <a:chExt cx="327786" cy="349511"/>
          </a:xfrm>
        </p:grpSpPr>
        <p:sp>
          <p:nvSpPr>
            <p:cNvPr id="962" name="Google Shape;962;p42"/>
            <p:cNvSpPr/>
            <p:nvPr/>
          </p:nvSpPr>
          <p:spPr>
            <a:xfrm>
              <a:off x="7156529" y="1968003"/>
              <a:ext cx="327786" cy="349511"/>
            </a:xfrm>
            <a:custGeom>
              <a:rect b="b" l="l" r="r" t="t"/>
              <a:pathLst>
                <a:path extrusionOk="0" h="12098" w="11346">
                  <a:moveTo>
                    <a:pt x="6744" y="710"/>
                  </a:moveTo>
                  <a:cubicBezTo>
                    <a:pt x="6937" y="710"/>
                    <a:pt x="7097" y="870"/>
                    <a:pt x="7097" y="1063"/>
                  </a:cubicBezTo>
                  <a:lnTo>
                    <a:pt x="7097" y="2152"/>
                  </a:lnTo>
                  <a:lnTo>
                    <a:pt x="723" y="2152"/>
                  </a:lnTo>
                  <a:lnTo>
                    <a:pt x="723" y="1063"/>
                  </a:lnTo>
                  <a:cubicBezTo>
                    <a:pt x="714" y="866"/>
                    <a:pt x="875" y="710"/>
                    <a:pt x="1071" y="710"/>
                  </a:cubicBezTo>
                  <a:close/>
                  <a:moveTo>
                    <a:pt x="6387" y="2858"/>
                  </a:moveTo>
                  <a:lnTo>
                    <a:pt x="6387" y="3567"/>
                  </a:lnTo>
                  <a:lnTo>
                    <a:pt x="1424" y="3567"/>
                  </a:lnTo>
                  <a:lnTo>
                    <a:pt x="1424" y="2858"/>
                  </a:lnTo>
                  <a:close/>
                  <a:moveTo>
                    <a:pt x="2134" y="6429"/>
                  </a:moveTo>
                  <a:lnTo>
                    <a:pt x="2134" y="9258"/>
                  </a:lnTo>
                  <a:lnTo>
                    <a:pt x="714" y="9258"/>
                  </a:lnTo>
                  <a:lnTo>
                    <a:pt x="714" y="6429"/>
                  </a:lnTo>
                  <a:close/>
                  <a:moveTo>
                    <a:pt x="6744" y="4268"/>
                  </a:moveTo>
                  <a:cubicBezTo>
                    <a:pt x="6937" y="4268"/>
                    <a:pt x="7097" y="4428"/>
                    <a:pt x="7097" y="4625"/>
                  </a:cubicBezTo>
                  <a:lnTo>
                    <a:pt x="7097" y="5710"/>
                  </a:lnTo>
                  <a:lnTo>
                    <a:pt x="4464" y="5710"/>
                  </a:lnTo>
                  <a:lnTo>
                    <a:pt x="3548" y="6626"/>
                  </a:lnTo>
                  <a:lnTo>
                    <a:pt x="3548" y="11172"/>
                  </a:lnTo>
                  <a:lnTo>
                    <a:pt x="3754" y="11378"/>
                  </a:lnTo>
                  <a:lnTo>
                    <a:pt x="1071" y="11383"/>
                  </a:lnTo>
                  <a:cubicBezTo>
                    <a:pt x="875" y="11383"/>
                    <a:pt x="714" y="11223"/>
                    <a:pt x="714" y="11030"/>
                  </a:cubicBezTo>
                  <a:lnTo>
                    <a:pt x="714" y="9963"/>
                  </a:lnTo>
                  <a:lnTo>
                    <a:pt x="2839" y="9963"/>
                  </a:lnTo>
                  <a:lnTo>
                    <a:pt x="2839" y="5710"/>
                  </a:lnTo>
                  <a:lnTo>
                    <a:pt x="714" y="5710"/>
                  </a:lnTo>
                  <a:lnTo>
                    <a:pt x="714" y="4625"/>
                  </a:lnTo>
                  <a:cubicBezTo>
                    <a:pt x="714" y="4428"/>
                    <a:pt x="875" y="4268"/>
                    <a:pt x="1071" y="4268"/>
                  </a:cubicBezTo>
                  <a:close/>
                  <a:moveTo>
                    <a:pt x="10137" y="6420"/>
                  </a:moveTo>
                  <a:lnTo>
                    <a:pt x="10641" y="6923"/>
                  </a:lnTo>
                  <a:lnTo>
                    <a:pt x="10641" y="10884"/>
                  </a:lnTo>
                  <a:lnTo>
                    <a:pt x="10137" y="11387"/>
                  </a:lnTo>
                  <a:lnTo>
                    <a:pt x="4762" y="11387"/>
                  </a:lnTo>
                  <a:lnTo>
                    <a:pt x="4258" y="10884"/>
                  </a:lnTo>
                  <a:lnTo>
                    <a:pt x="4258" y="6923"/>
                  </a:lnTo>
                  <a:lnTo>
                    <a:pt x="4762" y="6420"/>
                  </a:lnTo>
                  <a:close/>
                  <a:moveTo>
                    <a:pt x="1067" y="0"/>
                  </a:moveTo>
                  <a:cubicBezTo>
                    <a:pt x="476" y="0"/>
                    <a:pt x="0" y="477"/>
                    <a:pt x="0" y="1063"/>
                  </a:cubicBezTo>
                  <a:lnTo>
                    <a:pt x="0" y="2862"/>
                  </a:lnTo>
                  <a:lnTo>
                    <a:pt x="710" y="2862"/>
                  </a:lnTo>
                  <a:lnTo>
                    <a:pt x="710" y="3627"/>
                  </a:lnTo>
                  <a:cubicBezTo>
                    <a:pt x="298" y="3778"/>
                    <a:pt x="0" y="4167"/>
                    <a:pt x="0" y="4629"/>
                  </a:cubicBezTo>
                  <a:lnTo>
                    <a:pt x="0" y="11035"/>
                  </a:lnTo>
                  <a:cubicBezTo>
                    <a:pt x="0" y="11621"/>
                    <a:pt x="476" y="12097"/>
                    <a:pt x="1067" y="12097"/>
                  </a:cubicBezTo>
                  <a:lnTo>
                    <a:pt x="10421" y="12097"/>
                  </a:lnTo>
                  <a:lnTo>
                    <a:pt x="11337" y="11181"/>
                  </a:lnTo>
                  <a:lnTo>
                    <a:pt x="11337" y="6635"/>
                  </a:lnTo>
                  <a:lnTo>
                    <a:pt x="11346" y="6635"/>
                  </a:lnTo>
                  <a:lnTo>
                    <a:pt x="10430" y="5719"/>
                  </a:lnTo>
                  <a:lnTo>
                    <a:pt x="7802" y="5719"/>
                  </a:lnTo>
                  <a:lnTo>
                    <a:pt x="7802" y="4629"/>
                  </a:lnTo>
                  <a:cubicBezTo>
                    <a:pt x="7802" y="4167"/>
                    <a:pt x="7504" y="3773"/>
                    <a:pt x="7092" y="3627"/>
                  </a:cubicBezTo>
                  <a:lnTo>
                    <a:pt x="7092" y="2862"/>
                  </a:lnTo>
                  <a:lnTo>
                    <a:pt x="7802" y="2862"/>
                  </a:lnTo>
                  <a:lnTo>
                    <a:pt x="7802" y="1063"/>
                  </a:lnTo>
                  <a:cubicBezTo>
                    <a:pt x="7802" y="477"/>
                    <a:pt x="7326" y="0"/>
                    <a:pt x="6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7300026" y="2173960"/>
              <a:ext cx="20541" cy="41024"/>
            </a:xfrm>
            <a:custGeom>
              <a:rect b="b" l="l" r="r" t="t"/>
              <a:pathLst>
                <a:path extrusionOk="0" h="1420" w="711">
                  <a:moveTo>
                    <a:pt x="1" y="0"/>
                  </a:moveTo>
                  <a:lnTo>
                    <a:pt x="1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7300026" y="2235467"/>
              <a:ext cx="20541" cy="40908"/>
            </a:xfrm>
            <a:custGeom>
              <a:rect b="b" l="l" r="r" t="t"/>
              <a:pathLst>
                <a:path extrusionOk="0" h="1416" w="711">
                  <a:moveTo>
                    <a:pt x="1" y="0"/>
                  </a:moveTo>
                  <a:lnTo>
                    <a:pt x="1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7341049" y="2235467"/>
              <a:ext cx="20512" cy="40908"/>
            </a:xfrm>
            <a:custGeom>
              <a:rect b="b" l="l" r="r" t="t"/>
              <a:pathLst>
                <a:path extrusionOk="0" h="1416" w="710">
                  <a:moveTo>
                    <a:pt x="0" y="0"/>
                  </a:moveTo>
                  <a:lnTo>
                    <a:pt x="0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7381900" y="2173960"/>
              <a:ext cx="20541" cy="41024"/>
            </a:xfrm>
            <a:custGeom>
              <a:rect b="b" l="l" r="r" t="t"/>
              <a:pathLst>
                <a:path extrusionOk="0" h="1420" w="711">
                  <a:moveTo>
                    <a:pt x="1" y="0"/>
                  </a:moveTo>
                  <a:lnTo>
                    <a:pt x="1" y="1420"/>
                  </a:lnTo>
                  <a:lnTo>
                    <a:pt x="711" y="142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7341049" y="2173960"/>
              <a:ext cx="20512" cy="41024"/>
            </a:xfrm>
            <a:custGeom>
              <a:rect b="b" l="l" r="r" t="t"/>
              <a:pathLst>
                <a:path extrusionOk="0" h="1420" w="710">
                  <a:moveTo>
                    <a:pt x="0" y="0"/>
                  </a:moveTo>
                  <a:lnTo>
                    <a:pt x="0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7381900" y="2235467"/>
              <a:ext cx="20541" cy="40908"/>
            </a:xfrm>
            <a:custGeom>
              <a:rect b="b" l="l" r="r" t="t"/>
              <a:pathLst>
                <a:path extrusionOk="0" h="1416" w="711">
                  <a:moveTo>
                    <a:pt x="1" y="0"/>
                  </a:moveTo>
                  <a:lnTo>
                    <a:pt x="1" y="1415"/>
                  </a:lnTo>
                  <a:lnTo>
                    <a:pt x="711" y="141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7422924" y="2173960"/>
              <a:ext cx="20512" cy="41024"/>
            </a:xfrm>
            <a:custGeom>
              <a:rect b="b" l="l" r="r" t="t"/>
              <a:pathLst>
                <a:path extrusionOk="0" h="1420" w="710">
                  <a:moveTo>
                    <a:pt x="0" y="0"/>
                  </a:moveTo>
                  <a:lnTo>
                    <a:pt x="0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7422924" y="2235467"/>
              <a:ext cx="20512" cy="40908"/>
            </a:xfrm>
            <a:custGeom>
              <a:rect b="b" l="l" r="r" t="t"/>
              <a:pathLst>
                <a:path extrusionOk="0" h="1416" w="710">
                  <a:moveTo>
                    <a:pt x="0" y="0"/>
                  </a:moveTo>
                  <a:lnTo>
                    <a:pt x="0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1" name="Google Shape;971;p42"/>
          <p:cNvGrpSpPr/>
          <p:nvPr/>
        </p:nvGrpSpPr>
        <p:grpSpPr>
          <a:xfrm>
            <a:off x="8282537" y="1774579"/>
            <a:ext cx="349102" cy="343917"/>
            <a:chOff x="856371" y="2576600"/>
            <a:chExt cx="349627" cy="349367"/>
          </a:xfrm>
        </p:grpSpPr>
        <p:sp>
          <p:nvSpPr>
            <p:cNvPr id="972" name="Google Shape;972;p42"/>
            <p:cNvSpPr/>
            <p:nvPr/>
          </p:nvSpPr>
          <p:spPr>
            <a:xfrm>
              <a:off x="856371" y="2576600"/>
              <a:ext cx="349627" cy="349367"/>
            </a:xfrm>
            <a:custGeom>
              <a:rect b="b" l="l" r="r" t="t"/>
              <a:pathLst>
                <a:path extrusionOk="0" h="12093" w="12102">
                  <a:moveTo>
                    <a:pt x="6039" y="706"/>
                  </a:moveTo>
                  <a:cubicBezTo>
                    <a:pt x="7019" y="706"/>
                    <a:pt x="7816" y="1502"/>
                    <a:pt x="7816" y="2478"/>
                  </a:cubicBezTo>
                  <a:cubicBezTo>
                    <a:pt x="7816" y="3457"/>
                    <a:pt x="7019" y="4254"/>
                    <a:pt x="6039" y="4254"/>
                  </a:cubicBezTo>
                  <a:cubicBezTo>
                    <a:pt x="5060" y="4254"/>
                    <a:pt x="4267" y="3457"/>
                    <a:pt x="4267" y="2478"/>
                  </a:cubicBezTo>
                  <a:cubicBezTo>
                    <a:pt x="4272" y="1502"/>
                    <a:pt x="5069" y="706"/>
                    <a:pt x="6039" y="706"/>
                  </a:cubicBezTo>
                  <a:close/>
                  <a:moveTo>
                    <a:pt x="11035" y="2835"/>
                  </a:moveTo>
                  <a:cubicBezTo>
                    <a:pt x="11232" y="2835"/>
                    <a:pt x="11392" y="2995"/>
                    <a:pt x="11392" y="3187"/>
                  </a:cubicBezTo>
                  <a:lnTo>
                    <a:pt x="11392" y="11030"/>
                  </a:lnTo>
                  <a:cubicBezTo>
                    <a:pt x="11392" y="11223"/>
                    <a:pt x="11232" y="11383"/>
                    <a:pt x="11035" y="11383"/>
                  </a:cubicBezTo>
                  <a:lnTo>
                    <a:pt x="1067" y="11383"/>
                  </a:lnTo>
                  <a:cubicBezTo>
                    <a:pt x="870" y="11383"/>
                    <a:pt x="710" y="11223"/>
                    <a:pt x="710" y="11030"/>
                  </a:cubicBezTo>
                  <a:lnTo>
                    <a:pt x="710" y="3187"/>
                  </a:lnTo>
                  <a:cubicBezTo>
                    <a:pt x="710" y="2995"/>
                    <a:pt x="870" y="2835"/>
                    <a:pt x="1067" y="2835"/>
                  </a:cubicBezTo>
                  <a:lnTo>
                    <a:pt x="3594" y="2835"/>
                  </a:lnTo>
                  <a:cubicBezTo>
                    <a:pt x="3768" y="4034"/>
                    <a:pt x="4803" y="4955"/>
                    <a:pt x="6053" y="4955"/>
                  </a:cubicBezTo>
                  <a:cubicBezTo>
                    <a:pt x="7298" y="4955"/>
                    <a:pt x="8333" y="4030"/>
                    <a:pt x="8507" y="2835"/>
                  </a:cubicBezTo>
                  <a:close/>
                  <a:moveTo>
                    <a:pt x="6053" y="1"/>
                  </a:moveTo>
                  <a:cubicBezTo>
                    <a:pt x="4803" y="1"/>
                    <a:pt x="3768" y="930"/>
                    <a:pt x="3594" y="2125"/>
                  </a:cubicBezTo>
                  <a:lnTo>
                    <a:pt x="1067" y="2125"/>
                  </a:lnTo>
                  <a:cubicBezTo>
                    <a:pt x="476" y="2125"/>
                    <a:pt x="0" y="2601"/>
                    <a:pt x="0" y="3187"/>
                  </a:cubicBezTo>
                  <a:lnTo>
                    <a:pt x="0" y="11030"/>
                  </a:lnTo>
                  <a:cubicBezTo>
                    <a:pt x="0" y="11616"/>
                    <a:pt x="476" y="12093"/>
                    <a:pt x="1067" y="12093"/>
                  </a:cubicBezTo>
                  <a:lnTo>
                    <a:pt x="11035" y="12093"/>
                  </a:lnTo>
                  <a:cubicBezTo>
                    <a:pt x="11625" y="12093"/>
                    <a:pt x="12101" y="11616"/>
                    <a:pt x="12101" y="11030"/>
                  </a:cubicBezTo>
                  <a:lnTo>
                    <a:pt x="12101" y="3187"/>
                  </a:lnTo>
                  <a:cubicBezTo>
                    <a:pt x="12097" y="2601"/>
                    <a:pt x="11621" y="2125"/>
                    <a:pt x="11035" y="2125"/>
                  </a:cubicBezTo>
                  <a:lnTo>
                    <a:pt x="8507" y="2125"/>
                  </a:lnTo>
                  <a:cubicBezTo>
                    <a:pt x="8333" y="921"/>
                    <a:pt x="7298" y="1"/>
                    <a:pt x="6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999088" y="2617479"/>
              <a:ext cx="63905" cy="65638"/>
            </a:xfrm>
            <a:custGeom>
              <a:rect b="b" l="l" r="r" t="t"/>
              <a:pathLst>
                <a:path extrusionOk="0" h="2272" w="2212">
                  <a:moveTo>
                    <a:pt x="751" y="0"/>
                  </a:moveTo>
                  <a:lnTo>
                    <a:pt x="751" y="916"/>
                  </a:lnTo>
                  <a:lnTo>
                    <a:pt x="504" y="669"/>
                  </a:lnTo>
                  <a:lnTo>
                    <a:pt x="1" y="1172"/>
                  </a:lnTo>
                  <a:lnTo>
                    <a:pt x="1099" y="2271"/>
                  </a:lnTo>
                  <a:lnTo>
                    <a:pt x="2212" y="1172"/>
                  </a:lnTo>
                  <a:lnTo>
                    <a:pt x="1708" y="669"/>
                  </a:lnTo>
                  <a:lnTo>
                    <a:pt x="1461" y="916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2"/>
            <p:cNvSpPr/>
            <p:nvPr/>
          </p:nvSpPr>
          <p:spPr>
            <a:xfrm>
              <a:off x="897366" y="2678842"/>
              <a:ext cx="123563" cy="205986"/>
            </a:xfrm>
            <a:custGeom>
              <a:rect b="b" l="l" r="r" t="t"/>
              <a:pathLst>
                <a:path extrusionOk="0" h="7130" w="4277">
                  <a:moveTo>
                    <a:pt x="1164" y="711"/>
                  </a:moveTo>
                  <a:cubicBezTo>
                    <a:pt x="1658" y="1667"/>
                    <a:pt x="2533" y="2386"/>
                    <a:pt x="3572" y="2679"/>
                  </a:cubicBezTo>
                  <a:lnTo>
                    <a:pt x="3572" y="6425"/>
                  </a:lnTo>
                  <a:lnTo>
                    <a:pt x="710" y="6425"/>
                  </a:lnTo>
                  <a:lnTo>
                    <a:pt x="710" y="711"/>
                  </a:lnTo>
                  <a:close/>
                  <a:moveTo>
                    <a:pt x="1" y="1"/>
                  </a:moveTo>
                  <a:lnTo>
                    <a:pt x="1" y="7130"/>
                  </a:lnTo>
                  <a:lnTo>
                    <a:pt x="4277" y="7130"/>
                  </a:lnTo>
                  <a:lnTo>
                    <a:pt x="4277" y="2107"/>
                  </a:lnTo>
                  <a:lnTo>
                    <a:pt x="3998" y="2047"/>
                  </a:lnTo>
                  <a:cubicBezTo>
                    <a:pt x="2148" y="1677"/>
                    <a:pt x="1653" y="51"/>
                    <a:pt x="1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42"/>
            <p:cNvSpPr/>
            <p:nvPr/>
          </p:nvSpPr>
          <p:spPr>
            <a:xfrm>
              <a:off x="1041411" y="2678986"/>
              <a:ext cx="123591" cy="205986"/>
            </a:xfrm>
            <a:custGeom>
              <a:rect b="b" l="l" r="r" t="t"/>
              <a:pathLst>
                <a:path extrusionOk="0" h="7130" w="4278">
                  <a:moveTo>
                    <a:pt x="3567" y="706"/>
                  </a:moveTo>
                  <a:lnTo>
                    <a:pt x="3567" y="6420"/>
                  </a:lnTo>
                  <a:lnTo>
                    <a:pt x="710" y="6420"/>
                  </a:lnTo>
                  <a:lnTo>
                    <a:pt x="710" y="2674"/>
                  </a:lnTo>
                  <a:cubicBezTo>
                    <a:pt x="1754" y="2377"/>
                    <a:pt x="2629" y="1667"/>
                    <a:pt x="3119" y="706"/>
                  </a:cubicBezTo>
                  <a:close/>
                  <a:moveTo>
                    <a:pt x="2661" y="0"/>
                  </a:moveTo>
                  <a:cubicBezTo>
                    <a:pt x="2615" y="55"/>
                    <a:pt x="2134" y="1672"/>
                    <a:pt x="280" y="2047"/>
                  </a:cubicBezTo>
                  <a:lnTo>
                    <a:pt x="1" y="2107"/>
                  </a:lnTo>
                  <a:lnTo>
                    <a:pt x="1" y="7129"/>
                  </a:lnTo>
                  <a:lnTo>
                    <a:pt x="4277" y="7129"/>
                  </a:lnTo>
                  <a:lnTo>
                    <a:pt x="4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6" name="Google Shape;976;p42"/>
          <p:cNvGrpSpPr/>
          <p:nvPr/>
        </p:nvGrpSpPr>
        <p:grpSpPr>
          <a:xfrm>
            <a:off x="7165803" y="1774817"/>
            <a:ext cx="306582" cy="343945"/>
            <a:chOff x="3205850" y="2576456"/>
            <a:chExt cx="307043" cy="349396"/>
          </a:xfrm>
        </p:grpSpPr>
        <p:sp>
          <p:nvSpPr>
            <p:cNvPr id="977" name="Google Shape;977;p42"/>
            <p:cNvSpPr/>
            <p:nvPr/>
          </p:nvSpPr>
          <p:spPr>
            <a:xfrm>
              <a:off x="3205850" y="2576456"/>
              <a:ext cx="307043" cy="349396"/>
            </a:xfrm>
            <a:custGeom>
              <a:rect b="b" l="l" r="r" t="t"/>
              <a:pathLst>
                <a:path extrusionOk="0" h="12094" w="10628">
                  <a:moveTo>
                    <a:pt x="6012" y="715"/>
                  </a:moveTo>
                  <a:cubicBezTo>
                    <a:pt x="7005" y="715"/>
                    <a:pt x="7972" y="1246"/>
                    <a:pt x="8745" y="2203"/>
                  </a:cubicBezTo>
                  <a:cubicBezTo>
                    <a:pt x="9235" y="2821"/>
                    <a:pt x="9597" y="3559"/>
                    <a:pt x="9780" y="4305"/>
                  </a:cubicBezTo>
                  <a:lnTo>
                    <a:pt x="8498" y="4305"/>
                  </a:lnTo>
                  <a:cubicBezTo>
                    <a:pt x="7326" y="4305"/>
                    <a:pt x="6374" y="3343"/>
                    <a:pt x="6374" y="2153"/>
                  </a:cubicBezTo>
                  <a:lnTo>
                    <a:pt x="5664" y="2153"/>
                  </a:lnTo>
                  <a:cubicBezTo>
                    <a:pt x="5664" y="3339"/>
                    <a:pt x="4707" y="4305"/>
                    <a:pt x="3539" y="4305"/>
                  </a:cubicBezTo>
                  <a:lnTo>
                    <a:pt x="2253" y="4305"/>
                  </a:lnTo>
                  <a:cubicBezTo>
                    <a:pt x="2431" y="3554"/>
                    <a:pt x="2793" y="2817"/>
                    <a:pt x="3283" y="2203"/>
                  </a:cubicBezTo>
                  <a:cubicBezTo>
                    <a:pt x="4057" y="1242"/>
                    <a:pt x="5023" y="715"/>
                    <a:pt x="6012" y="715"/>
                  </a:cubicBezTo>
                  <a:close/>
                  <a:moveTo>
                    <a:pt x="6026" y="3531"/>
                  </a:moveTo>
                  <a:cubicBezTo>
                    <a:pt x="6396" y="4204"/>
                    <a:pt x="7037" y="4717"/>
                    <a:pt x="7798" y="4914"/>
                  </a:cubicBezTo>
                  <a:lnTo>
                    <a:pt x="7798" y="5363"/>
                  </a:lnTo>
                  <a:cubicBezTo>
                    <a:pt x="7798" y="6332"/>
                    <a:pt x="7009" y="7131"/>
                    <a:pt x="6035" y="7131"/>
                  </a:cubicBezTo>
                  <a:cubicBezTo>
                    <a:pt x="6010" y="7131"/>
                    <a:pt x="5986" y="7131"/>
                    <a:pt x="5962" y="7130"/>
                  </a:cubicBezTo>
                  <a:cubicBezTo>
                    <a:pt x="5000" y="7098"/>
                    <a:pt x="4249" y="6297"/>
                    <a:pt x="4249" y="5340"/>
                  </a:cubicBezTo>
                  <a:lnTo>
                    <a:pt x="4249" y="4914"/>
                  </a:lnTo>
                  <a:cubicBezTo>
                    <a:pt x="5014" y="4717"/>
                    <a:pt x="5646" y="4204"/>
                    <a:pt x="6026" y="3531"/>
                  </a:cubicBezTo>
                  <a:close/>
                  <a:moveTo>
                    <a:pt x="3539" y="5010"/>
                  </a:moveTo>
                  <a:lnTo>
                    <a:pt x="3539" y="5363"/>
                  </a:lnTo>
                  <a:cubicBezTo>
                    <a:pt x="3539" y="6351"/>
                    <a:pt x="4121" y="7208"/>
                    <a:pt x="4959" y="7601"/>
                  </a:cubicBezTo>
                  <a:lnTo>
                    <a:pt x="4959" y="7858"/>
                  </a:lnTo>
                  <a:cubicBezTo>
                    <a:pt x="4583" y="7890"/>
                    <a:pt x="4222" y="7977"/>
                    <a:pt x="3874" y="8114"/>
                  </a:cubicBezTo>
                  <a:cubicBezTo>
                    <a:pt x="3045" y="7730"/>
                    <a:pt x="2120" y="6947"/>
                    <a:pt x="2120" y="5363"/>
                  </a:cubicBezTo>
                  <a:cubicBezTo>
                    <a:pt x="2120" y="5248"/>
                    <a:pt x="2129" y="5129"/>
                    <a:pt x="2138" y="5010"/>
                  </a:cubicBezTo>
                  <a:close/>
                  <a:moveTo>
                    <a:pt x="9904" y="5015"/>
                  </a:moveTo>
                  <a:cubicBezTo>
                    <a:pt x="9917" y="5134"/>
                    <a:pt x="9922" y="5248"/>
                    <a:pt x="9922" y="5367"/>
                  </a:cubicBezTo>
                  <a:cubicBezTo>
                    <a:pt x="9917" y="6947"/>
                    <a:pt x="8997" y="7739"/>
                    <a:pt x="8173" y="8123"/>
                  </a:cubicBezTo>
                  <a:cubicBezTo>
                    <a:pt x="7830" y="7986"/>
                    <a:pt x="7463" y="7899"/>
                    <a:pt x="7083" y="7862"/>
                  </a:cubicBezTo>
                  <a:lnTo>
                    <a:pt x="7083" y="7606"/>
                  </a:lnTo>
                  <a:cubicBezTo>
                    <a:pt x="7921" y="7208"/>
                    <a:pt x="8503" y="6351"/>
                    <a:pt x="8503" y="5367"/>
                  </a:cubicBezTo>
                  <a:lnTo>
                    <a:pt x="8503" y="5015"/>
                  </a:lnTo>
                  <a:close/>
                  <a:moveTo>
                    <a:pt x="6374" y="7817"/>
                  </a:moveTo>
                  <a:lnTo>
                    <a:pt x="6374" y="8188"/>
                  </a:lnTo>
                  <a:cubicBezTo>
                    <a:pt x="6374" y="8375"/>
                    <a:pt x="6241" y="8531"/>
                    <a:pt x="6058" y="8549"/>
                  </a:cubicBezTo>
                  <a:cubicBezTo>
                    <a:pt x="6045" y="8551"/>
                    <a:pt x="6031" y="8551"/>
                    <a:pt x="6019" y="8551"/>
                  </a:cubicBezTo>
                  <a:cubicBezTo>
                    <a:pt x="5825" y="8551"/>
                    <a:pt x="5664" y="8394"/>
                    <a:pt x="5664" y="8197"/>
                  </a:cubicBezTo>
                  <a:lnTo>
                    <a:pt x="5664" y="7817"/>
                  </a:lnTo>
                  <a:cubicBezTo>
                    <a:pt x="5778" y="7835"/>
                    <a:pt x="5897" y="7840"/>
                    <a:pt x="6021" y="7840"/>
                  </a:cubicBezTo>
                  <a:cubicBezTo>
                    <a:pt x="6140" y="7840"/>
                    <a:pt x="6259" y="7835"/>
                    <a:pt x="6374" y="7817"/>
                  </a:cubicBezTo>
                  <a:close/>
                  <a:moveTo>
                    <a:pt x="4258" y="9969"/>
                  </a:moveTo>
                  <a:lnTo>
                    <a:pt x="4258" y="11388"/>
                  </a:lnTo>
                  <a:lnTo>
                    <a:pt x="710" y="11388"/>
                  </a:lnTo>
                  <a:lnTo>
                    <a:pt x="710" y="9969"/>
                  </a:lnTo>
                  <a:lnTo>
                    <a:pt x="2129" y="9969"/>
                  </a:lnTo>
                  <a:lnTo>
                    <a:pt x="2129" y="10678"/>
                  </a:lnTo>
                  <a:lnTo>
                    <a:pt x="2839" y="10678"/>
                  </a:lnTo>
                  <a:lnTo>
                    <a:pt x="2839" y="9969"/>
                  </a:lnTo>
                  <a:close/>
                  <a:moveTo>
                    <a:pt x="7015" y="8568"/>
                  </a:moveTo>
                  <a:cubicBezTo>
                    <a:pt x="8526" y="8700"/>
                    <a:pt x="9734" y="9891"/>
                    <a:pt x="9899" y="11388"/>
                  </a:cubicBezTo>
                  <a:lnTo>
                    <a:pt x="4959" y="11388"/>
                  </a:lnTo>
                  <a:lnTo>
                    <a:pt x="4959" y="9268"/>
                  </a:lnTo>
                  <a:lnTo>
                    <a:pt x="3306" y="9268"/>
                  </a:lnTo>
                  <a:cubicBezTo>
                    <a:pt x="3791" y="8870"/>
                    <a:pt x="4386" y="8627"/>
                    <a:pt x="5023" y="8568"/>
                  </a:cubicBezTo>
                  <a:cubicBezTo>
                    <a:pt x="5169" y="8975"/>
                    <a:pt x="5563" y="9268"/>
                    <a:pt x="6021" y="9268"/>
                  </a:cubicBezTo>
                  <a:cubicBezTo>
                    <a:pt x="6479" y="9268"/>
                    <a:pt x="6868" y="8975"/>
                    <a:pt x="7015" y="8568"/>
                  </a:cubicBezTo>
                  <a:close/>
                  <a:moveTo>
                    <a:pt x="6021" y="1"/>
                  </a:moveTo>
                  <a:cubicBezTo>
                    <a:pt x="4716" y="1"/>
                    <a:pt x="3558" y="734"/>
                    <a:pt x="2734" y="1759"/>
                  </a:cubicBezTo>
                  <a:cubicBezTo>
                    <a:pt x="1905" y="2789"/>
                    <a:pt x="1410" y="4140"/>
                    <a:pt x="1410" y="5363"/>
                  </a:cubicBezTo>
                  <a:cubicBezTo>
                    <a:pt x="1410" y="6764"/>
                    <a:pt x="2047" y="7853"/>
                    <a:pt x="3118" y="8517"/>
                  </a:cubicBezTo>
                  <a:cubicBezTo>
                    <a:pt x="2816" y="8723"/>
                    <a:pt x="2541" y="8975"/>
                    <a:pt x="2303" y="9259"/>
                  </a:cubicBezTo>
                  <a:lnTo>
                    <a:pt x="0" y="9259"/>
                  </a:lnTo>
                  <a:lnTo>
                    <a:pt x="0" y="12093"/>
                  </a:lnTo>
                  <a:lnTo>
                    <a:pt x="10627" y="12093"/>
                  </a:lnTo>
                  <a:lnTo>
                    <a:pt x="10627" y="11736"/>
                  </a:lnTo>
                  <a:cubicBezTo>
                    <a:pt x="10627" y="10399"/>
                    <a:pt x="9949" y="9218"/>
                    <a:pt x="8919" y="8517"/>
                  </a:cubicBezTo>
                  <a:cubicBezTo>
                    <a:pt x="9991" y="7858"/>
                    <a:pt x="10627" y="6773"/>
                    <a:pt x="10627" y="5363"/>
                  </a:cubicBezTo>
                  <a:cubicBezTo>
                    <a:pt x="10627" y="4140"/>
                    <a:pt x="10133" y="2789"/>
                    <a:pt x="9304" y="1759"/>
                  </a:cubicBezTo>
                  <a:cubicBezTo>
                    <a:pt x="8480" y="734"/>
                    <a:pt x="7326" y="1"/>
                    <a:pt x="60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2"/>
            <p:cNvSpPr/>
            <p:nvPr/>
          </p:nvSpPr>
          <p:spPr>
            <a:xfrm>
              <a:off x="3348827" y="2731364"/>
              <a:ext cx="61536" cy="30855"/>
            </a:xfrm>
            <a:custGeom>
              <a:rect b="b" l="l" r="r" t="t"/>
              <a:pathLst>
                <a:path extrusionOk="0" h="1068" w="2130">
                  <a:moveTo>
                    <a:pt x="1" y="1"/>
                  </a:moveTo>
                  <a:cubicBezTo>
                    <a:pt x="1" y="587"/>
                    <a:pt x="477" y="1067"/>
                    <a:pt x="1063" y="1067"/>
                  </a:cubicBezTo>
                  <a:cubicBezTo>
                    <a:pt x="1649" y="1067"/>
                    <a:pt x="2130" y="591"/>
                    <a:pt x="2130" y="1"/>
                  </a:cubicBezTo>
                  <a:lnTo>
                    <a:pt x="1420" y="1"/>
                  </a:lnTo>
                  <a:cubicBezTo>
                    <a:pt x="1420" y="193"/>
                    <a:pt x="1264" y="358"/>
                    <a:pt x="1063" y="358"/>
                  </a:cubicBezTo>
                  <a:cubicBezTo>
                    <a:pt x="871" y="358"/>
                    <a:pt x="710" y="197"/>
                    <a:pt x="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9" name="Google Shape;979;p42"/>
          <p:cNvGrpSpPr/>
          <p:nvPr/>
        </p:nvGrpSpPr>
        <p:grpSpPr>
          <a:xfrm>
            <a:off x="8282670" y="3025167"/>
            <a:ext cx="348958" cy="344201"/>
            <a:chOff x="3976491" y="3808210"/>
            <a:chExt cx="349482" cy="349656"/>
          </a:xfrm>
        </p:grpSpPr>
        <p:sp>
          <p:nvSpPr>
            <p:cNvPr id="980" name="Google Shape;980;p42"/>
            <p:cNvSpPr/>
            <p:nvPr/>
          </p:nvSpPr>
          <p:spPr>
            <a:xfrm>
              <a:off x="3976491" y="3808210"/>
              <a:ext cx="349482" cy="266712"/>
            </a:xfrm>
            <a:custGeom>
              <a:rect b="b" l="l" r="r" t="t"/>
              <a:pathLst>
                <a:path extrusionOk="0" h="9232" w="12097">
                  <a:moveTo>
                    <a:pt x="3223" y="706"/>
                  </a:moveTo>
                  <a:cubicBezTo>
                    <a:pt x="3416" y="706"/>
                    <a:pt x="3576" y="866"/>
                    <a:pt x="3576" y="1063"/>
                  </a:cubicBezTo>
                  <a:lnTo>
                    <a:pt x="3576" y="2148"/>
                  </a:lnTo>
                  <a:lnTo>
                    <a:pt x="5700" y="2148"/>
                  </a:lnTo>
                  <a:lnTo>
                    <a:pt x="5700" y="2858"/>
                  </a:lnTo>
                  <a:lnTo>
                    <a:pt x="5343" y="2858"/>
                  </a:lnTo>
                  <a:cubicBezTo>
                    <a:pt x="4762" y="2858"/>
                    <a:pt x="4281" y="3334"/>
                    <a:pt x="4281" y="3925"/>
                  </a:cubicBezTo>
                  <a:cubicBezTo>
                    <a:pt x="4281" y="4506"/>
                    <a:pt x="4757" y="4987"/>
                    <a:pt x="5343" y="4987"/>
                  </a:cubicBezTo>
                  <a:lnTo>
                    <a:pt x="5700" y="4987"/>
                  </a:lnTo>
                  <a:lnTo>
                    <a:pt x="5700" y="5697"/>
                  </a:lnTo>
                  <a:lnTo>
                    <a:pt x="3782" y="5697"/>
                  </a:lnTo>
                  <a:lnTo>
                    <a:pt x="2866" y="6612"/>
                  </a:lnTo>
                  <a:lnTo>
                    <a:pt x="2866" y="5697"/>
                  </a:lnTo>
                  <a:lnTo>
                    <a:pt x="714" y="5697"/>
                  </a:lnTo>
                  <a:lnTo>
                    <a:pt x="714" y="4987"/>
                  </a:lnTo>
                  <a:lnTo>
                    <a:pt x="1094" y="4987"/>
                  </a:lnTo>
                  <a:cubicBezTo>
                    <a:pt x="1676" y="4987"/>
                    <a:pt x="2157" y="4511"/>
                    <a:pt x="2157" y="3925"/>
                  </a:cubicBezTo>
                  <a:cubicBezTo>
                    <a:pt x="2157" y="3339"/>
                    <a:pt x="1680" y="2858"/>
                    <a:pt x="1094" y="2858"/>
                  </a:cubicBezTo>
                  <a:lnTo>
                    <a:pt x="714" y="2858"/>
                  </a:lnTo>
                  <a:lnTo>
                    <a:pt x="714" y="2148"/>
                  </a:lnTo>
                  <a:lnTo>
                    <a:pt x="2866" y="2148"/>
                  </a:lnTo>
                  <a:lnTo>
                    <a:pt x="2866" y="1063"/>
                  </a:lnTo>
                  <a:cubicBezTo>
                    <a:pt x="2866" y="866"/>
                    <a:pt x="3027" y="706"/>
                    <a:pt x="3223" y="706"/>
                  </a:cubicBezTo>
                  <a:close/>
                  <a:moveTo>
                    <a:pt x="8887" y="710"/>
                  </a:moveTo>
                  <a:cubicBezTo>
                    <a:pt x="9084" y="710"/>
                    <a:pt x="9240" y="871"/>
                    <a:pt x="9240" y="1068"/>
                  </a:cubicBezTo>
                  <a:lnTo>
                    <a:pt x="9240" y="2153"/>
                  </a:lnTo>
                  <a:lnTo>
                    <a:pt x="11396" y="2153"/>
                  </a:lnTo>
                  <a:lnTo>
                    <a:pt x="11396" y="2862"/>
                  </a:lnTo>
                  <a:lnTo>
                    <a:pt x="11016" y="2862"/>
                  </a:lnTo>
                  <a:cubicBezTo>
                    <a:pt x="10435" y="2862"/>
                    <a:pt x="9954" y="3339"/>
                    <a:pt x="9954" y="3929"/>
                  </a:cubicBezTo>
                  <a:cubicBezTo>
                    <a:pt x="9954" y="4511"/>
                    <a:pt x="10426" y="4991"/>
                    <a:pt x="11016" y="4991"/>
                  </a:cubicBezTo>
                  <a:lnTo>
                    <a:pt x="11396" y="4991"/>
                  </a:lnTo>
                  <a:lnTo>
                    <a:pt x="11396" y="5701"/>
                  </a:lnTo>
                  <a:lnTo>
                    <a:pt x="9244" y="5701"/>
                  </a:lnTo>
                  <a:lnTo>
                    <a:pt x="9244" y="6617"/>
                  </a:lnTo>
                  <a:lnTo>
                    <a:pt x="8329" y="5701"/>
                  </a:lnTo>
                  <a:lnTo>
                    <a:pt x="6410" y="5701"/>
                  </a:lnTo>
                  <a:lnTo>
                    <a:pt x="6410" y="4282"/>
                  </a:lnTo>
                  <a:lnTo>
                    <a:pt x="5343" y="4282"/>
                  </a:lnTo>
                  <a:cubicBezTo>
                    <a:pt x="5151" y="4282"/>
                    <a:pt x="4991" y="4122"/>
                    <a:pt x="4991" y="3929"/>
                  </a:cubicBezTo>
                  <a:cubicBezTo>
                    <a:pt x="4991" y="3732"/>
                    <a:pt x="5151" y="3572"/>
                    <a:pt x="5343" y="3572"/>
                  </a:cubicBezTo>
                  <a:lnTo>
                    <a:pt x="6410" y="3572"/>
                  </a:lnTo>
                  <a:lnTo>
                    <a:pt x="6410" y="2153"/>
                  </a:lnTo>
                  <a:lnTo>
                    <a:pt x="8535" y="2153"/>
                  </a:lnTo>
                  <a:lnTo>
                    <a:pt x="8535" y="1068"/>
                  </a:lnTo>
                  <a:cubicBezTo>
                    <a:pt x="8535" y="871"/>
                    <a:pt x="8695" y="710"/>
                    <a:pt x="8887" y="710"/>
                  </a:cubicBezTo>
                  <a:close/>
                  <a:moveTo>
                    <a:pt x="2514" y="7821"/>
                  </a:moveTo>
                  <a:cubicBezTo>
                    <a:pt x="2706" y="7821"/>
                    <a:pt x="2866" y="7981"/>
                    <a:pt x="2866" y="8174"/>
                  </a:cubicBezTo>
                  <a:cubicBezTo>
                    <a:pt x="2866" y="8370"/>
                    <a:pt x="2706" y="8531"/>
                    <a:pt x="2514" y="8531"/>
                  </a:cubicBezTo>
                  <a:cubicBezTo>
                    <a:pt x="2317" y="8531"/>
                    <a:pt x="2157" y="8370"/>
                    <a:pt x="2157" y="8174"/>
                  </a:cubicBezTo>
                  <a:cubicBezTo>
                    <a:pt x="2157" y="7981"/>
                    <a:pt x="2317" y="7821"/>
                    <a:pt x="2514" y="7821"/>
                  </a:cubicBezTo>
                  <a:close/>
                  <a:moveTo>
                    <a:pt x="9597" y="7821"/>
                  </a:moveTo>
                  <a:cubicBezTo>
                    <a:pt x="9794" y="7821"/>
                    <a:pt x="9954" y="7981"/>
                    <a:pt x="9954" y="8174"/>
                  </a:cubicBezTo>
                  <a:cubicBezTo>
                    <a:pt x="9954" y="8370"/>
                    <a:pt x="9794" y="8531"/>
                    <a:pt x="9597" y="8531"/>
                  </a:cubicBezTo>
                  <a:cubicBezTo>
                    <a:pt x="9405" y="8531"/>
                    <a:pt x="9244" y="8370"/>
                    <a:pt x="9244" y="8174"/>
                  </a:cubicBezTo>
                  <a:cubicBezTo>
                    <a:pt x="9244" y="7981"/>
                    <a:pt x="9405" y="7821"/>
                    <a:pt x="9597" y="7821"/>
                  </a:cubicBezTo>
                  <a:close/>
                  <a:moveTo>
                    <a:pt x="3214" y="1"/>
                  </a:moveTo>
                  <a:cubicBezTo>
                    <a:pt x="2633" y="1"/>
                    <a:pt x="2152" y="477"/>
                    <a:pt x="2152" y="1068"/>
                  </a:cubicBezTo>
                  <a:lnTo>
                    <a:pt x="2152" y="1443"/>
                  </a:lnTo>
                  <a:lnTo>
                    <a:pt x="0" y="1443"/>
                  </a:lnTo>
                  <a:lnTo>
                    <a:pt x="0" y="3568"/>
                  </a:lnTo>
                  <a:lnTo>
                    <a:pt x="1085" y="3568"/>
                  </a:lnTo>
                  <a:cubicBezTo>
                    <a:pt x="1282" y="3568"/>
                    <a:pt x="1442" y="3728"/>
                    <a:pt x="1442" y="3920"/>
                  </a:cubicBezTo>
                  <a:cubicBezTo>
                    <a:pt x="1442" y="4117"/>
                    <a:pt x="1282" y="4277"/>
                    <a:pt x="1085" y="4277"/>
                  </a:cubicBezTo>
                  <a:lnTo>
                    <a:pt x="0" y="4277"/>
                  </a:lnTo>
                  <a:lnTo>
                    <a:pt x="0" y="6402"/>
                  </a:lnTo>
                  <a:lnTo>
                    <a:pt x="2152" y="6402"/>
                  </a:lnTo>
                  <a:lnTo>
                    <a:pt x="2152" y="7166"/>
                  </a:lnTo>
                  <a:cubicBezTo>
                    <a:pt x="1740" y="7317"/>
                    <a:pt x="1442" y="7707"/>
                    <a:pt x="1442" y="8169"/>
                  </a:cubicBezTo>
                  <a:cubicBezTo>
                    <a:pt x="1442" y="8755"/>
                    <a:pt x="1919" y="9231"/>
                    <a:pt x="2505" y="9231"/>
                  </a:cubicBezTo>
                  <a:cubicBezTo>
                    <a:pt x="3095" y="9231"/>
                    <a:pt x="3571" y="8760"/>
                    <a:pt x="3571" y="8169"/>
                  </a:cubicBezTo>
                  <a:cubicBezTo>
                    <a:pt x="3571" y="7826"/>
                    <a:pt x="3402" y="7514"/>
                    <a:pt x="3146" y="7322"/>
                  </a:cubicBezTo>
                  <a:lnTo>
                    <a:pt x="4066" y="6402"/>
                  </a:lnTo>
                  <a:lnTo>
                    <a:pt x="8026" y="6402"/>
                  </a:lnTo>
                  <a:lnTo>
                    <a:pt x="8951" y="7322"/>
                  </a:lnTo>
                  <a:cubicBezTo>
                    <a:pt x="8690" y="7519"/>
                    <a:pt x="8525" y="7826"/>
                    <a:pt x="8525" y="8169"/>
                  </a:cubicBezTo>
                  <a:cubicBezTo>
                    <a:pt x="8525" y="8755"/>
                    <a:pt x="9002" y="9231"/>
                    <a:pt x="9592" y="9231"/>
                  </a:cubicBezTo>
                  <a:cubicBezTo>
                    <a:pt x="10174" y="9231"/>
                    <a:pt x="10654" y="8760"/>
                    <a:pt x="10654" y="8169"/>
                  </a:cubicBezTo>
                  <a:cubicBezTo>
                    <a:pt x="10654" y="7707"/>
                    <a:pt x="10357" y="7308"/>
                    <a:pt x="9945" y="7166"/>
                  </a:cubicBezTo>
                  <a:lnTo>
                    <a:pt x="9945" y="6402"/>
                  </a:lnTo>
                  <a:lnTo>
                    <a:pt x="12097" y="6402"/>
                  </a:lnTo>
                  <a:lnTo>
                    <a:pt x="12097" y="4277"/>
                  </a:lnTo>
                  <a:lnTo>
                    <a:pt x="11012" y="4277"/>
                  </a:lnTo>
                  <a:cubicBezTo>
                    <a:pt x="10815" y="4277"/>
                    <a:pt x="10654" y="4117"/>
                    <a:pt x="10654" y="3920"/>
                  </a:cubicBezTo>
                  <a:cubicBezTo>
                    <a:pt x="10654" y="3728"/>
                    <a:pt x="10815" y="3568"/>
                    <a:pt x="11012" y="3568"/>
                  </a:cubicBezTo>
                  <a:lnTo>
                    <a:pt x="12097" y="3568"/>
                  </a:lnTo>
                  <a:lnTo>
                    <a:pt x="12097" y="1443"/>
                  </a:lnTo>
                  <a:lnTo>
                    <a:pt x="9945" y="1443"/>
                  </a:lnTo>
                  <a:lnTo>
                    <a:pt x="9945" y="1068"/>
                  </a:lnTo>
                  <a:lnTo>
                    <a:pt x="9954" y="1068"/>
                  </a:lnTo>
                  <a:cubicBezTo>
                    <a:pt x="9954" y="482"/>
                    <a:pt x="9478" y="1"/>
                    <a:pt x="8887" y="1"/>
                  </a:cubicBezTo>
                  <a:cubicBezTo>
                    <a:pt x="8306" y="1"/>
                    <a:pt x="7825" y="477"/>
                    <a:pt x="7825" y="1068"/>
                  </a:cubicBezTo>
                  <a:lnTo>
                    <a:pt x="7825" y="1443"/>
                  </a:lnTo>
                  <a:lnTo>
                    <a:pt x="4281" y="1443"/>
                  </a:lnTo>
                  <a:lnTo>
                    <a:pt x="4281" y="1068"/>
                  </a:lnTo>
                  <a:cubicBezTo>
                    <a:pt x="4281" y="482"/>
                    <a:pt x="3805" y="1"/>
                    <a:pt x="32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3977416" y="4075269"/>
              <a:ext cx="143410" cy="82597"/>
            </a:xfrm>
            <a:custGeom>
              <a:rect b="b" l="l" r="r" t="t"/>
              <a:pathLst>
                <a:path extrusionOk="0" h="2859" w="4964">
                  <a:moveTo>
                    <a:pt x="2482" y="706"/>
                  </a:moveTo>
                  <a:cubicBezTo>
                    <a:pt x="3338" y="706"/>
                    <a:pt x="4052" y="1324"/>
                    <a:pt x="4212" y="2148"/>
                  </a:cubicBezTo>
                  <a:lnTo>
                    <a:pt x="742" y="2148"/>
                  </a:lnTo>
                  <a:cubicBezTo>
                    <a:pt x="907" y="1324"/>
                    <a:pt x="1621" y="706"/>
                    <a:pt x="2482" y="706"/>
                  </a:cubicBezTo>
                  <a:close/>
                  <a:moveTo>
                    <a:pt x="2486" y="1"/>
                  </a:moveTo>
                  <a:cubicBezTo>
                    <a:pt x="1117" y="1"/>
                    <a:pt x="0" y="1118"/>
                    <a:pt x="0" y="2501"/>
                  </a:cubicBezTo>
                  <a:lnTo>
                    <a:pt x="0" y="2858"/>
                  </a:lnTo>
                  <a:lnTo>
                    <a:pt x="4963" y="2858"/>
                  </a:lnTo>
                  <a:lnTo>
                    <a:pt x="4963" y="2501"/>
                  </a:lnTo>
                  <a:cubicBezTo>
                    <a:pt x="4963" y="1123"/>
                    <a:pt x="3855" y="1"/>
                    <a:pt x="2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4182159" y="4075269"/>
              <a:ext cx="143294" cy="82597"/>
            </a:xfrm>
            <a:custGeom>
              <a:rect b="b" l="l" r="r" t="t"/>
              <a:pathLst>
                <a:path extrusionOk="0" h="2859" w="4960">
                  <a:moveTo>
                    <a:pt x="2478" y="706"/>
                  </a:moveTo>
                  <a:cubicBezTo>
                    <a:pt x="3339" y="706"/>
                    <a:pt x="4053" y="1324"/>
                    <a:pt x="4213" y="2148"/>
                  </a:cubicBezTo>
                  <a:lnTo>
                    <a:pt x="738" y="2148"/>
                  </a:lnTo>
                  <a:cubicBezTo>
                    <a:pt x="903" y="1324"/>
                    <a:pt x="1626" y="706"/>
                    <a:pt x="2478" y="706"/>
                  </a:cubicBezTo>
                  <a:close/>
                  <a:moveTo>
                    <a:pt x="2482" y="1"/>
                  </a:moveTo>
                  <a:cubicBezTo>
                    <a:pt x="1113" y="1"/>
                    <a:pt x="1" y="1118"/>
                    <a:pt x="1" y="2501"/>
                  </a:cubicBezTo>
                  <a:lnTo>
                    <a:pt x="1" y="2858"/>
                  </a:lnTo>
                  <a:lnTo>
                    <a:pt x="4959" y="2858"/>
                  </a:lnTo>
                  <a:lnTo>
                    <a:pt x="4959" y="2501"/>
                  </a:lnTo>
                  <a:cubicBezTo>
                    <a:pt x="4959" y="1123"/>
                    <a:pt x="3851" y="1"/>
                    <a:pt x="24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3" name="Google Shape;983;p42"/>
          <p:cNvSpPr txBox="1"/>
          <p:nvPr/>
        </p:nvSpPr>
        <p:spPr>
          <a:xfrm>
            <a:off x="458900" y="1669200"/>
            <a:ext cx="6372300" cy="18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tamaran"/>
              <a:buChar char="●"/>
            </a:pPr>
            <a:r>
              <a:rPr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The AI model is deployed as a standalone </a:t>
            </a:r>
            <a:r>
              <a:rPr b="1"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FastAPI</a:t>
            </a:r>
            <a:r>
              <a:rPr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service. The service defines a structured input schema, applies the same preprocessing steps used during training, and returns model predictions in real time</a:t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tamaran"/>
              <a:buChar char="●"/>
            </a:pPr>
            <a:r>
              <a:rPr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The inference service operates locally to reduce privacy risks associated with transmitting sensitive mental health data</a:t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3"/>
          <p:cNvSpPr txBox="1"/>
          <p:nvPr>
            <p:ph type="title"/>
          </p:nvPr>
        </p:nvSpPr>
        <p:spPr>
          <a:xfrm>
            <a:off x="720000" y="445025"/>
            <a:ext cx="813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Integration into the System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9" name="Google Shape;989;p43"/>
          <p:cNvSpPr/>
          <p:nvPr/>
        </p:nvSpPr>
        <p:spPr>
          <a:xfrm flipH="1">
            <a:off x="8370593" y="3445765"/>
            <a:ext cx="773402" cy="794246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"/>
          <p:cNvSpPr/>
          <p:nvPr/>
        </p:nvSpPr>
        <p:spPr>
          <a:xfrm flipH="1" rot="-4562476">
            <a:off x="6191201" y="4545662"/>
            <a:ext cx="824155" cy="84633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1" name="Google Shape;991;p43"/>
          <p:cNvGrpSpPr/>
          <p:nvPr/>
        </p:nvGrpSpPr>
        <p:grpSpPr>
          <a:xfrm>
            <a:off x="6783050" y="2403440"/>
            <a:ext cx="1602503" cy="2783531"/>
            <a:chOff x="6117775" y="1957963"/>
            <a:chExt cx="1833947" cy="3185547"/>
          </a:xfrm>
        </p:grpSpPr>
        <p:sp>
          <p:nvSpPr>
            <p:cNvPr id="992" name="Google Shape;992;p43"/>
            <p:cNvSpPr/>
            <p:nvPr/>
          </p:nvSpPr>
          <p:spPr>
            <a:xfrm flipH="1">
              <a:off x="6137798" y="2520712"/>
              <a:ext cx="1366098" cy="2055807"/>
            </a:xfrm>
            <a:custGeom>
              <a:rect b="b" l="l" r="r" t="t"/>
              <a:pathLst>
                <a:path extrusionOk="0" h="27011" w="17949">
                  <a:moveTo>
                    <a:pt x="4575" y="1"/>
                  </a:moveTo>
                  <a:cubicBezTo>
                    <a:pt x="4575" y="1"/>
                    <a:pt x="1077" y="17912"/>
                    <a:pt x="715" y="19485"/>
                  </a:cubicBezTo>
                  <a:cubicBezTo>
                    <a:pt x="606" y="19949"/>
                    <a:pt x="346" y="20498"/>
                    <a:pt x="1" y="21133"/>
                  </a:cubicBezTo>
                  <a:cubicBezTo>
                    <a:pt x="2748" y="23835"/>
                    <a:pt x="6151" y="25872"/>
                    <a:pt x="9837" y="27011"/>
                  </a:cubicBezTo>
                  <a:cubicBezTo>
                    <a:pt x="8961" y="25517"/>
                    <a:pt x="7991" y="24118"/>
                    <a:pt x="7760" y="23473"/>
                  </a:cubicBezTo>
                  <a:cubicBezTo>
                    <a:pt x="7355" y="22348"/>
                    <a:pt x="8484" y="17879"/>
                    <a:pt x="8484" y="17879"/>
                  </a:cubicBezTo>
                  <a:cubicBezTo>
                    <a:pt x="8484" y="17879"/>
                    <a:pt x="10200" y="18614"/>
                    <a:pt x="11841" y="18614"/>
                  </a:cubicBezTo>
                  <a:cubicBezTo>
                    <a:pt x="12503" y="18614"/>
                    <a:pt x="13153" y="18494"/>
                    <a:pt x="13674" y="18159"/>
                  </a:cubicBezTo>
                  <a:cubicBezTo>
                    <a:pt x="15483" y="16990"/>
                    <a:pt x="15681" y="11456"/>
                    <a:pt x="15681" y="11456"/>
                  </a:cubicBezTo>
                  <a:cubicBezTo>
                    <a:pt x="16438" y="11344"/>
                    <a:pt x="17172" y="11070"/>
                    <a:pt x="17820" y="10666"/>
                  </a:cubicBezTo>
                  <a:cubicBezTo>
                    <a:pt x="17866" y="10636"/>
                    <a:pt x="17912" y="10607"/>
                    <a:pt x="17928" y="10557"/>
                  </a:cubicBezTo>
                  <a:cubicBezTo>
                    <a:pt x="17948" y="10495"/>
                    <a:pt x="17919" y="10426"/>
                    <a:pt x="17886" y="10366"/>
                  </a:cubicBezTo>
                  <a:cubicBezTo>
                    <a:pt x="17306" y="9294"/>
                    <a:pt x="16573" y="9011"/>
                    <a:pt x="15885" y="8004"/>
                  </a:cubicBezTo>
                  <a:cubicBezTo>
                    <a:pt x="15875" y="7619"/>
                    <a:pt x="15888" y="6411"/>
                    <a:pt x="15885" y="6029"/>
                  </a:cubicBezTo>
                  <a:cubicBezTo>
                    <a:pt x="15872" y="5289"/>
                    <a:pt x="15862" y="4545"/>
                    <a:pt x="15740" y="3811"/>
                  </a:cubicBezTo>
                  <a:cubicBezTo>
                    <a:pt x="15645" y="3235"/>
                    <a:pt x="15480" y="2673"/>
                    <a:pt x="15250" y="2133"/>
                  </a:cubicBezTo>
                  <a:lnTo>
                    <a:pt x="4575" y="1"/>
                  </a:lnTo>
                  <a:close/>
                </a:path>
              </a:pathLst>
            </a:custGeom>
            <a:solidFill>
              <a:srgbClr val="F88B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3"/>
            <p:cNvSpPr/>
            <p:nvPr/>
          </p:nvSpPr>
          <p:spPr>
            <a:xfrm flipH="1">
              <a:off x="6705122" y="4128360"/>
              <a:ext cx="836829" cy="537565"/>
            </a:xfrm>
            <a:custGeom>
              <a:rect b="b" l="l" r="r" t="t"/>
              <a:pathLst>
                <a:path extrusionOk="0" h="7063" w="10995">
                  <a:moveTo>
                    <a:pt x="501" y="0"/>
                  </a:moveTo>
                  <a:cubicBezTo>
                    <a:pt x="349" y="277"/>
                    <a:pt x="182" y="570"/>
                    <a:pt x="1" y="869"/>
                  </a:cubicBezTo>
                  <a:cubicBezTo>
                    <a:pt x="3035" y="3854"/>
                    <a:pt x="6868" y="6016"/>
                    <a:pt x="10995" y="7062"/>
                  </a:cubicBezTo>
                  <a:cubicBezTo>
                    <a:pt x="10794" y="6671"/>
                    <a:pt x="10567" y="6269"/>
                    <a:pt x="10337" y="5881"/>
                  </a:cubicBezTo>
                  <a:cubicBezTo>
                    <a:pt x="6651" y="4742"/>
                    <a:pt x="3248" y="2705"/>
                    <a:pt x="5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3"/>
            <p:cNvSpPr/>
            <p:nvPr/>
          </p:nvSpPr>
          <p:spPr>
            <a:xfrm flipH="1">
              <a:off x="6564085" y="4194498"/>
              <a:ext cx="1351029" cy="948787"/>
            </a:xfrm>
            <a:custGeom>
              <a:rect b="b" l="l" r="r" t="t"/>
              <a:pathLst>
                <a:path extrusionOk="0" h="12466" w="17751">
                  <a:moveTo>
                    <a:pt x="4904" y="0"/>
                  </a:moveTo>
                  <a:cubicBezTo>
                    <a:pt x="4101" y="1346"/>
                    <a:pt x="3064" y="2955"/>
                    <a:pt x="2255" y="4736"/>
                  </a:cubicBezTo>
                  <a:cubicBezTo>
                    <a:pt x="843" y="7835"/>
                    <a:pt x="0" y="12465"/>
                    <a:pt x="0" y="12465"/>
                  </a:cubicBezTo>
                  <a:lnTo>
                    <a:pt x="17750" y="12465"/>
                  </a:lnTo>
                  <a:cubicBezTo>
                    <a:pt x="17750" y="12465"/>
                    <a:pt x="17263" y="8701"/>
                    <a:pt x="15898" y="6197"/>
                  </a:cubicBezTo>
                  <a:cubicBezTo>
                    <a:pt x="11771" y="5147"/>
                    <a:pt x="7934" y="2988"/>
                    <a:pt x="4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43"/>
            <p:cNvSpPr/>
            <p:nvPr/>
          </p:nvSpPr>
          <p:spPr>
            <a:xfrm flipH="1">
              <a:off x="6319638" y="2893569"/>
              <a:ext cx="325979" cy="204279"/>
            </a:xfrm>
            <a:custGeom>
              <a:rect b="b" l="l" r="r" t="t"/>
              <a:pathLst>
                <a:path extrusionOk="0" h="2684" w="4283">
                  <a:moveTo>
                    <a:pt x="3260" y="1"/>
                  </a:moveTo>
                  <a:cubicBezTo>
                    <a:pt x="3143" y="1"/>
                    <a:pt x="3025" y="6"/>
                    <a:pt x="2907" y="18"/>
                  </a:cubicBezTo>
                  <a:cubicBezTo>
                    <a:pt x="2673" y="48"/>
                    <a:pt x="2443" y="100"/>
                    <a:pt x="2225" y="189"/>
                  </a:cubicBezTo>
                  <a:cubicBezTo>
                    <a:pt x="2002" y="275"/>
                    <a:pt x="1794" y="380"/>
                    <a:pt x="1597" y="505"/>
                  </a:cubicBezTo>
                  <a:cubicBezTo>
                    <a:pt x="1399" y="627"/>
                    <a:pt x="1209" y="772"/>
                    <a:pt x="1041" y="929"/>
                  </a:cubicBezTo>
                  <a:cubicBezTo>
                    <a:pt x="873" y="1084"/>
                    <a:pt x="715" y="1262"/>
                    <a:pt x="580" y="1446"/>
                  </a:cubicBezTo>
                  <a:cubicBezTo>
                    <a:pt x="307" y="1821"/>
                    <a:pt x="106" y="2239"/>
                    <a:pt x="1" y="2683"/>
                  </a:cubicBezTo>
                  <a:lnTo>
                    <a:pt x="21" y="2683"/>
                  </a:lnTo>
                  <a:cubicBezTo>
                    <a:pt x="169" y="2256"/>
                    <a:pt x="389" y="1861"/>
                    <a:pt x="679" y="1518"/>
                  </a:cubicBezTo>
                  <a:cubicBezTo>
                    <a:pt x="824" y="1347"/>
                    <a:pt x="978" y="1189"/>
                    <a:pt x="1153" y="1051"/>
                  </a:cubicBezTo>
                  <a:cubicBezTo>
                    <a:pt x="1324" y="913"/>
                    <a:pt x="1505" y="788"/>
                    <a:pt x="1699" y="683"/>
                  </a:cubicBezTo>
                  <a:cubicBezTo>
                    <a:pt x="1893" y="574"/>
                    <a:pt x="2097" y="492"/>
                    <a:pt x="2308" y="429"/>
                  </a:cubicBezTo>
                  <a:cubicBezTo>
                    <a:pt x="2518" y="367"/>
                    <a:pt x="2732" y="321"/>
                    <a:pt x="2946" y="278"/>
                  </a:cubicBezTo>
                  <a:cubicBezTo>
                    <a:pt x="3157" y="238"/>
                    <a:pt x="3377" y="212"/>
                    <a:pt x="3598" y="202"/>
                  </a:cubicBezTo>
                  <a:cubicBezTo>
                    <a:pt x="3668" y="200"/>
                    <a:pt x="3739" y="199"/>
                    <a:pt x="3810" y="199"/>
                  </a:cubicBezTo>
                  <a:cubicBezTo>
                    <a:pt x="3962" y="199"/>
                    <a:pt x="4115" y="204"/>
                    <a:pt x="4272" y="215"/>
                  </a:cubicBezTo>
                  <a:lnTo>
                    <a:pt x="4282" y="192"/>
                  </a:lnTo>
                  <a:cubicBezTo>
                    <a:pt x="4071" y="100"/>
                    <a:pt x="3841" y="48"/>
                    <a:pt x="3611" y="18"/>
                  </a:cubicBezTo>
                  <a:cubicBezTo>
                    <a:pt x="3494" y="6"/>
                    <a:pt x="3377" y="1"/>
                    <a:pt x="3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43"/>
            <p:cNvSpPr/>
            <p:nvPr/>
          </p:nvSpPr>
          <p:spPr>
            <a:xfrm flipH="1">
              <a:off x="6337221" y="3044645"/>
              <a:ext cx="194157" cy="111806"/>
            </a:xfrm>
            <a:custGeom>
              <a:rect b="b" l="l" r="r" t="t"/>
              <a:pathLst>
                <a:path extrusionOk="0" h="1469" w="2551">
                  <a:moveTo>
                    <a:pt x="1419" y="0"/>
                  </a:moveTo>
                  <a:cubicBezTo>
                    <a:pt x="1408" y="0"/>
                    <a:pt x="1397" y="0"/>
                    <a:pt x="1386" y="1"/>
                  </a:cubicBezTo>
                  <a:cubicBezTo>
                    <a:pt x="1215" y="4"/>
                    <a:pt x="1040" y="40"/>
                    <a:pt x="879" y="116"/>
                  </a:cubicBezTo>
                  <a:cubicBezTo>
                    <a:pt x="724" y="188"/>
                    <a:pt x="580" y="290"/>
                    <a:pt x="464" y="419"/>
                  </a:cubicBezTo>
                  <a:cubicBezTo>
                    <a:pt x="346" y="544"/>
                    <a:pt x="251" y="685"/>
                    <a:pt x="172" y="837"/>
                  </a:cubicBezTo>
                  <a:cubicBezTo>
                    <a:pt x="99" y="988"/>
                    <a:pt x="37" y="1143"/>
                    <a:pt x="0" y="1307"/>
                  </a:cubicBezTo>
                  <a:cubicBezTo>
                    <a:pt x="56" y="1152"/>
                    <a:pt x="132" y="1004"/>
                    <a:pt x="214" y="869"/>
                  </a:cubicBezTo>
                  <a:cubicBezTo>
                    <a:pt x="303" y="728"/>
                    <a:pt x="402" y="596"/>
                    <a:pt x="520" y="484"/>
                  </a:cubicBezTo>
                  <a:cubicBezTo>
                    <a:pt x="642" y="369"/>
                    <a:pt x="774" y="280"/>
                    <a:pt x="922" y="215"/>
                  </a:cubicBezTo>
                  <a:cubicBezTo>
                    <a:pt x="1067" y="149"/>
                    <a:pt x="1225" y="109"/>
                    <a:pt x="1386" y="109"/>
                  </a:cubicBezTo>
                  <a:cubicBezTo>
                    <a:pt x="1392" y="109"/>
                    <a:pt x="1398" y="109"/>
                    <a:pt x="1404" y="109"/>
                  </a:cubicBezTo>
                  <a:cubicBezTo>
                    <a:pt x="1559" y="109"/>
                    <a:pt x="1707" y="149"/>
                    <a:pt x="1837" y="228"/>
                  </a:cubicBezTo>
                  <a:cubicBezTo>
                    <a:pt x="1975" y="304"/>
                    <a:pt x="2083" y="425"/>
                    <a:pt x="2179" y="557"/>
                  </a:cubicBezTo>
                  <a:cubicBezTo>
                    <a:pt x="2271" y="689"/>
                    <a:pt x="2347" y="837"/>
                    <a:pt x="2406" y="991"/>
                  </a:cubicBezTo>
                  <a:cubicBezTo>
                    <a:pt x="2468" y="1143"/>
                    <a:pt x="2511" y="1304"/>
                    <a:pt x="2551" y="1468"/>
                  </a:cubicBezTo>
                  <a:cubicBezTo>
                    <a:pt x="2538" y="1304"/>
                    <a:pt x="2505" y="1136"/>
                    <a:pt x="2455" y="975"/>
                  </a:cubicBezTo>
                  <a:cubicBezTo>
                    <a:pt x="2406" y="814"/>
                    <a:pt x="2340" y="659"/>
                    <a:pt x="2248" y="511"/>
                  </a:cubicBezTo>
                  <a:cubicBezTo>
                    <a:pt x="2205" y="435"/>
                    <a:pt x="2156" y="366"/>
                    <a:pt x="2093" y="304"/>
                  </a:cubicBezTo>
                  <a:cubicBezTo>
                    <a:pt x="2037" y="238"/>
                    <a:pt x="1965" y="182"/>
                    <a:pt x="1893" y="136"/>
                  </a:cubicBezTo>
                  <a:cubicBezTo>
                    <a:pt x="1754" y="46"/>
                    <a:pt x="1586" y="0"/>
                    <a:pt x="1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43"/>
            <p:cNvSpPr/>
            <p:nvPr/>
          </p:nvSpPr>
          <p:spPr>
            <a:xfrm flipH="1">
              <a:off x="6497506" y="3272059"/>
              <a:ext cx="228711" cy="133116"/>
            </a:xfrm>
            <a:custGeom>
              <a:rect b="b" l="l" r="r" t="t"/>
              <a:pathLst>
                <a:path extrusionOk="0" h="1749" w="3005">
                  <a:moveTo>
                    <a:pt x="1501" y="1"/>
                  </a:moveTo>
                  <a:cubicBezTo>
                    <a:pt x="675" y="1"/>
                    <a:pt x="0" y="392"/>
                    <a:pt x="0" y="876"/>
                  </a:cubicBezTo>
                  <a:cubicBezTo>
                    <a:pt x="0" y="1356"/>
                    <a:pt x="675" y="1748"/>
                    <a:pt x="1501" y="1748"/>
                  </a:cubicBezTo>
                  <a:cubicBezTo>
                    <a:pt x="2330" y="1748"/>
                    <a:pt x="3005" y="1356"/>
                    <a:pt x="3005" y="876"/>
                  </a:cubicBezTo>
                  <a:cubicBezTo>
                    <a:pt x="3005" y="392"/>
                    <a:pt x="2330" y="1"/>
                    <a:pt x="1501" y="1"/>
                  </a:cubicBezTo>
                  <a:close/>
                </a:path>
              </a:pathLst>
            </a:custGeom>
            <a:solidFill>
              <a:srgbClr val="DC64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3"/>
            <p:cNvSpPr/>
            <p:nvPr/>
          </p:nvSpPr>
          <p:spPr>
            <a:xfrm flipH="1">
              <a:off x="6323446" y="3408293"/>
              <a:ext cx="132812" cy="172161"/>
            </a:xfrm>
            <a:custGeom>
              <a:rect b="b" l="l" r="r" t="t"/>
              <a:pathLst>
                <a:path extrusionOk="0" h="2262" w="1745">
                  <a:moveTo>
                    <a:pt x="1" y="1"/>
                  </a:moveTo>
                  <a:lnTo>
                    <a:pt x="1" y="1"/>
                  </a:lnTo>
                  <a:cubicBezTo>
                    <a:pt x="264" y="902"/>
                    <a:pt x="853" y="1719"/>
                    <a:pt x="1646" y="2262"/>
                  </a:cubicBezTo>
                  <a:lnTo>
                    <a:pt x="1745" y="2104"/>
                  </a:lnTo>
                  <a:cubicBezTo>
                    <a:pt x="955" y="1640"/>
                    <a:pt x="320" y="88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3"/>
            <p:cNvSpPr/>
            <p:nvPr/>
          </p:nvSpPr>
          <p:spPr>
            <a:xfrm flipH="1">
              <a:off x="6858109" y="3559370"/>
              <a:ext cx="264330" cy="442123"/>
            </a:xfrm>
            <a:custGeom>
              <a:rect b="b" l="l" r="r" t="t"/>
              <a:pathLst>
                <a:path extrusionOk="0" h="5809" w="3473">
                  <a:moveTo>
                    <a:pt x="0" y="0"/>
                  </a:moveTo>
                  <a:cubicBezTo>
                    <a:pt x="695" y="2030"/>
                    <a:pt x="1774" y="4113"/>
                    <a:pt x="3094" y="5808"/>
                  </a:cubicBezTo>
                  <a:lnTo>
                    <a:pt x="3472" y="4229"/>
                  </a:lnTo>
                  <a:cubicBezTo>
                    <a:pt x="1991" y="3116"/>
                    <a:pt x="780" y="1678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35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3"/>
            <p:cNvSpPr/>
            <p:nvPr/>
          </p:nvSpPr>
          <p:spPr>
            <a:xfrm flipH="1">
              <a:off x="6117775" y="1957963"/>
              <a:ext cx="1833947" cy="1835621"/>
            </a:xfrm>
            <a:custGeom>
              <a:rect b="b" l="l" r="r" t="t"/>
              <a:pathLst>
                <a:path extrusionOk="0" h="24118" w="24096">
                  <a:moveTo>
                    <a:pt x="13989" y="0"/>
                  </a:moveTo>
                  <a:cubicBezTo>
                    <a:pt x="11134" y="0"/>
                    <a:pt x="8275" y="780"/>
                    <a:pt x="5845" y="2284"/>
                  </a:cubicBezTo>
                  <a:cubicBezTo>
                    <a:pt x="6059" y="1827"/>
                    <a:pt x="6158" y="1284"/>
                    <a:pt x="6122" y="784"/>
                  </a:cubicBezTo>
                  <a:cubicBezTo>
                    <a:pt x="6112" y="701"/>
                    <a:pt x="6099" y="609"/>
                    <a:pt x="6039" y="547"/>
                  </a:cubicBezTo>
                  <a:cubicBezTo>
                    <a:pt x="5997" y="511"/>
                    <a:pt x="5944" y="491"/>
                    <a:pt x="5891" y="481"/>
                  </a:cubicBezTo>
                  <a:cubicBezTo>
                    <a:pt x="5862" y="477"/>
                    <a:pt x="5833" y="474"/>
                    <a:pt x="5804" y="474"/>
                  </a:cubicBezTo>
                  <a:cubicBezTo>
                    <a:pt x="5576" y="474"/>
                    <a:pt x="5361" y="604"/>
                    <a:pt x="5177" y="741"/>
                  </a:cubicBezTo>
                  <a:cubicBezTo>
                    <a:pt x="4427" y="1320"/>
                    <a:pt x="3933" y="2202"/>
                    <a:pt x="3746" y="3130"/>
                  </a:cubicBezTo>
                  <a:cubicBezTo>
                    <a:pt x="2732" y="3202"/>
                    <a:pt x="1814" y="3597"/>
                    <a:pt x="1136" y="4354"/>
                  </a:cubicBezTo>
                  <a:cubicBezTo>
                    <a:pt x="1024" y="4479"/>
                    <a:pt x="912" y="4621"/>
                    <a:pt x="876" y="4785"/>
                  </a:cubicBezTo>
                  <a:cubicBezTo>
                    <a:pt x="840" y="4950"/>
                    <a:pt x="893" y="5147"/>
                    <a:pt x="1041" y="5229"/>
                  </a:cubicBezTo>
                  <a:cubicBezTo>
                    <a:pt x="1104" y="5265"/>
                    <a:pt x="1174" y="5276"/>
                    <a:pt x="1245" y="5276"/>
                  </a:cubicBezTo>
                  <a:cubicBezTo>
                    <a:pt x="1299" y="5276"/>
                    <a:pt x="1353" y="5269"/>
                    <a:pt x="1406" y="5262"/>
                  </a:cubicBezTo>
                  <a:cubicBezTo>
                    <a:pt x="1781" y="5216"/>
                    <a:pt x="2156" y="5164"/>
                    <a:pt x="2525" y="5098"/>
                  </a:cubicBezTo>
                  <a:lnTo>
                    <a:pt x="2525" y="5098"/>
                  </a:lnTo>
                  <a:cubicBezTo>
                    <a:pt x="866" y="6625"/>
                    <a:pt x="1" y="8948"/>
                    <a:pt x="60" y="11202"/>
                  </a:cubicBezTo>
                  <a:cubicBezTo>
                    <a:pt x="123" y="13456"/>
                    <a:pt x="1015" y="15635"/>
                    <a:pt x="2354" y="17451"/>
                  </a:cubicBezTo>
                  <a:cubicBezTo>
                    <a:pt x="3933" y="19596"/>
                    <a:pt x="6112" y="21666"/>
                    <a:pt x="7148" y="24118"/>
                  </a:cubicBezTo>
                  <a:cubicBezTo>
                    <a:pt x="8761" y="21926"/>
                    <a:pt x="9932" y="18744"/>
                    <a:pt x="10196" y="16029"/>
                  </a:cubicBezTo>
                  <a:cubicBezTo>
                    <a:pt x="10525" y="16112"/>
                    <a:pt x="10864" y="16174"/>
                    <a:pt x="11196" y="16220"/>
                  </a:cubicBezTo>
                  <a:cubicBezTo>
                    <a:pt x="11358" y="16242"/>
                    <a:pt x="11524" y="16258"/>
                    <a:pt x="11688" y="16258"/>
                  </a:cubicBezTo>
                  <a:cubicBezTo>
                    <a:pt x="11899" y="16258"/>
                    <a:pt x="12107" y="16231"/>
                    <a:pt x="12302" y="16151"/>
                  </a:cubicBezTo>
                  <a:cubicBezTo>
                    <a:pt x="13170" y="13802"/>
                    <a:pt x="13269" y="11116"/>
                    <a:pt x="13141" y="8616"/>
                  </a:cubicBezTo>
                  <a:lnTo>
                    <a:pt x="13141" y="8616"/>
                  </a:lnTo>
                  <a:cubicBezTo>
                    <a:pt x="13631" y="9293"/>
                    <a:pt x="14148" y="10080"/>
                    <a:pt x="14898" y="10458"/>
                  </a:cubicBezTo>
                  <a:cubicBezTo>
                    <a:pt x="14990" y="10506"/>
                    <a:pt x="15087" y="10544"/>
                    <a:pt x="15188" y="10544"/>
                  </a:cubicBezTo>
                  <a:cubicBezTo>
                    <a:pt x="15192" y="10544"/>
                    <a:pt x="15197" y="10544"/>
                    <a:pt x="15201" y="10544"/>
                  </a:cubicBezTo>
                  <a:cubicBezTo>
                    <a:pt x="15309" y="10541"/>
                    <a:pt x="15421" y="10478"/>
                    <a:pt x="15454" y="10376"/>
                  </a:cubicBezTo>
                  <a:cubicBezTo>
                    <a:pt x="15470" y="10320"/>
                    <a:pt x="15461" y="10264"/>
                    <a:pt x="15454" y="10211"/>
                  </a:cubicBezTo>
                  <a:cubicBezTo>
                    <a:pt x="15372" y="9705"/>
                    <a:pt x="15191" y="9218"/>
                    <a:pt x="14928" y="8780"/>
                  </a:cubicBezTo>
                  <a:lnTo>
                    <a:pt x="14928" y="8780"/>
                  </a:lnTo>
                  <a:cubicBezTo>
                    <a:pt x="15148" y="9129"/>
                    <a:pt x="15431" y="9438"/>
                    <a:pt x="15757" y="9692"/>
                  </a:cubicBezTo>
                  <a:cubicBezTo>
                    <a:pt x="16524" y="10294"/>
                    <a:pt x="17488" y="10567"/>
                    <a:pt x="18449" y="10712"/>
                  </a:cubicBezTo>
                  <a:cubicBezTo>
                    <a:pt x="18822" y="10767"/>
                    <a:pt x="19194" y="10802"/>
                    <a:pt x="19562" y="10802"/>
                  </a:cubicBezTo>
                  <a:cubicBezTo>
                    <a:pt x="20199" y="10802"/>
                    <a:pt x="20822" y="10697"/>
                    <a:pt x="21410" y="10409"/>
                  </a:cubicBezTo>
                  <a:cubicBezTo>
                    <a:pt x="21585" y="10889"/>
                    <a:pt x="21703" y="11534"/>
                    <a:pt x="21723" y="12048"/>
                  </a:cubicBezTo>
                  <a:cubicBezTo>
                    <a:pt x="23401" y="10810"/>
                    <a:pt x="24095" y="8701"/>
                    <a:pt x="23602" y="6674"/>
                  </a:cubicBezTo>
                  <a:cubicBezTo>
                    <a:pt x="23111" y="4644"/>
                    <a:pt x="21328" y="2995"/>
                    <a:pt x="19271" y="2663"/>
                  </a:cubicBezTo>
                  <a:cubicBezTo>
                    <a:pt x="19735" y="2538"/>
                    <a:pt x="19804" y="1968"/>
                    <a:pt x="19646" y="1514"/>
                  </a:cubicBezTo>
                  <a:cubicBezTo>
                    <a:pt x="19472" y="1037"/>
                    <a:pt x="18939" y="810"/>
                    <a:pt x="18452" y="662"/>
                  </a:cubicBezTo>
                  <a:cubicBezTo>
                    <a:pt x="17008" y="218"/>
                    <a:pt x="15499" y="0"/>
                    <a:pt x="139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3"/>
            <p:cNvSpPr/>
            <p:nvPr/>
          </p:nvSpPr>
          <p:spPr>
            <a:xfrm flipH="1">
              <a:off x="6278303" y="2126544"/>
              <a:ext cx="829371" cy="512753"/>
            </a:xfrm>
            <a:custGeom>
              <a:rect b="b" l="l" r="r" t="t"/>
              <a:pathLst>
                <a:path extrusionOk="0" h="6737" w="10897">
                  <a:moveTo>
                    <a:pt x="1" y="0"/>
                  </a:moveTo>
                  <a:cubicBezTo>
                    <a:pt x="136" y="336"/>
                    <a:pt x="307" y="658"/>
                    <a:pt x="501" y="961"/>
                  </a:cubicBezTo>
                  <a:cubicBezTo>
                    <a:pt x="685" y="1274"/>
                    <a:pt x="882" y="1580"/>
                    <a:pt x="1090" y="1879"/>
                  </a:cubicBezTo>
                  <a:cubicBezTo>
                    <a:pt x="1504" y="2475"/>
                    <a:pt x="1945" y="3051"/>
                    <a:pt x="2426" y="3594"/>
                  </a:cubicBezTo>
                  <a:cubicBezTo>
                    <a:pt x="2663" y="3867"/>
                    <a:pt x="2919" y="4130"/>
                    <a:pt x="3189" y="4370"/>
                  </a:cubicBezTo>
                  <a:cubicBezTo>
                    <a:pt x="3327" y="4492"/>
                    <a:pt x="3469" y="4607"/>
                    <a:pt x="3627" y="4706"/>
                  </a:cubicBezTo>
                  <a:cubicBezTo>
                    <a:pt x="3706" y="4749"/>
                    <a:pt x="3788" y="4795"/>
                    <a:pt x="3877" y="4824"/>
                  </a:cubicBezTo>
                  <a:cubicBezTo>
                    <a:pt x="3923" y="4841"/>
                    <a:pt x="3972" y="4847"/>
                    <a:pt x="4022" y="4847"/>
                  </a:cubicBezTo>
                  <a:cubicBezTo>
                    <a:pt x="4048" y="4847"/>
                    <a:pt x="4071" y="4844"/>
                    <a:pt x="4097" y="4837"/>
                  </a:cubicBezTo>
                  <a:cubicBezTo>
                    <a:pt x="4124" y="4828"/>
                    <a:pt x="4147" y="4821"/>
                    <a:pt x="4167" y="4808"/>
                  </a:cubicBezTo>
                  <a:cubicBezTo>
                    <a:pt x="4252" y="4762"/>
                    <a:pt x="4321" y="4683"/>
                    <a:pt x="4364" y="4597"/>
                  </a:cubicBezTo>
                  <a:cubicBezTo>
                    <a:pt x="4410" y="4512"/>
                    <a:pt x="4430" y="4420"/>
                    <a:pt x="4436" y="4327"/>
                  </a:cubicBezTo>
                  <a:cubicBezTo>
                    <a:pt x="4453" y="4140"/>
                    <a:pt x="4433" y="3956"/>
                    <a:pt x="4400" y="3775"/>
                  </a:cubicBezTo>
                  <a:cubicBezTo>
                    <a:pt x="4367" y="3594"/>
                    <a:pt x="4318" y="3416"/>
                    <a:pt x="4265" y="3245"/>
                  </a:cubicBezTo>
                  <a:cubicBezTo>
                    <a:pt x="4224" y="3121"/>
                    <a:pt x="4183" y="3003"/>
                    <a:pt x="4136" y="2885"/>
                  </a:cubicBezTo>
                  <a:lnTo>
                    <a:pt x="4136" y="2885"/>
                  </a:lnTo>
                  <a:cubicBezTo>
                    <a:pt x="4587" y="3308"/>
                    <a:pt x="5056" y="3711"/>
                    <a:pt x="5539" y="4100"/>
                  </a:cubicBezTo>
                  <a:cubicBezTo>
                    <a:pt x="6065" y="4525"/>
                    <a:pt x="6608" y="4926"/>
                    <a:pt x="7174" y="5292"/>
                  </a:cubicBezTo>
                  <a:cubicBezTo>
                    <a:pt x="7737" y="5660"/>
                    <a:pt x="8326" y="5996"/>
                    <a:pt x="8941" y="6269"/>
                  </a:cubicBezTo>
                  <a:cubicBezTo>
                    <a:pt x="9254" y="6401"/>
                    <a:pt x="9570" y="6516"/>
                    <a:pt x="9896" y="6601"/>
                  </a:cubicBezTo>
                  <a:cubicBezTo>
                    <a:pt x="10216" y="6681"/>
                    <a:pt x="10539" y="6736"/>
                    <a:pt x="10868" y="6736"/>
                  </a:cubicBezTo>
                  <a:cubicBezTo>
                    <a:pt x="10877" y="6736"/>
                    <a:pt x="10887" y="6736"/>
                    <a:pt x="10896" y="6736"/>
                  </a:cubicBezTo>
                  <a:cubicBezTo>
                    <a:pt x="10557" y="6736"/>
                    <a:pt x="10225" y="6674"/>
                    <a:pt x="9899" y="6585"/>
                  </a:cubicBezTo>
                  <a:cubicBezTo>
                    <a:pt x="9576" y="6493"/>
                    <a:pt x="9257" y="6371"/>
                    <a:pt x="8955" y="6236"/>
                  </a:cubicBezTo>
                  <a:cubicBezTo>
                    <a:pt x="8342" y="5956"/>
                    <a:pt x="7760" y="5614"/>
                    <a:pt x="7201" y="5242"/>
                  </a:cubicBezTo>
                  <a:cubicBezTo>
                    <a:pt x="6641" y="4870"/>
                    <a:pt x="6105" y="4469"/>
                    <a:pt x="5582" y="4048"/>
                  </a:cubicBezTo>
                  <a:cubicBezTo>
                    <a:pt x="5058" y="3623"/>
                    <a:pt x="4548" y="3182"/>
                    <a:pt x="4065" y="2718"/>
                  </a:cubicBezTo>
                  <a:cubicBezTo>
                    <a:pt x="4056" y="2709"/>
                    <a:pt x="4046" y="2707"/>
                    <a:pt x="4036" y="2707"/>
                  </a:cubicBezTo>
                  <a:cubicBezTo>
                    <a:pt x="4031" y="2707"/>
                    <a:pt x="4026" y="2707"/>
                    <a:pt x="4022" y="2708"/>
                  </a:cubicBezTo>
                  <a:cubicBezTo>
                    <a:pt x="4002" y="2718"/>
                    <a:pt x="3992" y="2741"/>
                    <a:pt x="4002" y="2758"/>
                  </a:cubicBezTo>
                  <a:cubicBezTo>
                    <a:pt x="4071" y="2922"/>
                    <a:pt x="4137" y="3093"/>
                    <a:pt x="4190" y="3265"/>
                  </a:cubicBezTo>
                  <a:cubicBezTo>
                    <a:pt x="4246" y="3439"/>
                    <a:pt x="4295" y="3610"/>
                    <a:pt x="4328" y="3788"/>
                  </a:cubicBezTo>
                  <a:cubicBezTo>
                    <a:pt x="4361" y="3965"/>
                    <a:pt x="4380" y="4140"/>
                    <a:pt x="4364" y="4318"/>
                  </a:cubicBezTo>
                  <a:cubicBezTo>
                    <a:pt x="4354" y="4410"/>
                    <a:pt x="4334" y="4492"/>
                    <a:pt x="4298" y="4568"/>
                  </a:cubicBezTo>
                  <a:cubicBezTo>
                    <a:pt x="4262" y="4647"/>
                    <a:pt x="4203" y="4709"/>
                    <a:pt x="4130" y="4749"/>
                  </a:cubicBezTo>
                  <a:cubicBezTo>
                    <a:pt x="4088" y="4772"/>
                    <a:pt x="4055" y="4782"/>
                    <a:pt x="4015" y="4782"/>
                  </a:cubicBezTo>
                  <a:cubicBezTo>
                    <a:pt x="3972" y="4782"/>
                    <a:pt x="3933" y="4775"/>
                    <a:pt x="3890" y="4762"/>
                  </a:cubicBezTo>
                  <a:cubicBezTo>
                    <a:pt x="3808" y="4739"/>
                    <a:pt x="3726" y="4696"/>
                    <a:pt x="3653" y="4650"/>
                  </a:cubicBezTo>
                  <a:cubicBezTo>
                    <a:pt x="3499" y="4558"/>
                    <a:pt x="3360" y="4446"/>
                    <a:pt x="3225" y="4327"/>
                  </a:cubicBezTo>
                  <a:cubicBezTo>
                    <a:pt x="2952" y="4090"/>
                    <a:pt x="2702" y="3827"/>
                    <a:pt x="2459" y="3561"/>
                  </a:cubicBezTo>
                  <a:cubicBezTo>
                    <a:pt x="1975" y="3021"/>
                    <a:pt x="1531" y="2452"/>
                    <a:pt x="1110" y="1863"/>
                  </a:cubicBezTo>
                  <a:cubicBezTo>
                    <a:pt x="899" y="1567"/>
                    <a:pt x="698" y="1267"/>
                    <a:pt x="507" y="958"/>
                  </a:cubicBezTo>
                  <a:cubicBezTo>
                    <a:pt x="320" y="648"/>
                    <a:pt x="139" y="33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3"/>
            <p:cNvSpPr/>
            <p:nvPr/>
          </p:nvSpPr>
          <p:spPr>
            <a:xfrm flipH="1">
              <a:off x="6283103" y="2125478"/>
              <a:ext cx="521049" cy="292110"/>
            </a:xfrm>
            <a:custGeom>
              <a:rect b="b" l="l" r="r" t="t"/>
              <a:pathLst>
                <a:path extrusionOk="0" h="3838" w="6846">
                  <a:moveTo>
                    <a:pt x="1" y="1"/>
                  </a:moveTo>
                  <a:lnTo>
                    <a:pt x="297" y="399"/>
                  </a:lnTo>
                  <a:lnTo>
                    <a:pt x="626" y="781"/>
                  </a:lnTo>
                  <a:lnTo>
                    <a:pt x="982" y="1143"/>
                  </a:lnTo>
                  <a:lnTo>
                    <a:pt x="1350" y="1488"/>
                  </a:lnTo>
                  <a:cubicBezTo>
                    <a:pt x="1860" y="1936"/>
                    <a:pt x="2416" y="2324"/>
                    <a:pt x="3005" y="2657"/>
                  </a:cubicBezTo>
                  <a:cubicBezTo>
                    <a:pt x="3598" y="2986"/>
                    <a:pt x="4216" y="3259"/>
                    <a:pt x="4865" y="3456"/>
                  </a:cubicBezTo>
                  <a:lnTo>
                    <a:pt x="5352" y="3591"/>
                  </a:lnTo>
                  <a:lnTo>
                    <a:pt x="5845" y="3703"/>
                  </a:lnTo>
                  <a:lnTo>
                    <a:pt x="6345" y="3785"/>
                  </a:lnTo>
                  <a:cubicBezTo>
                    <a:pt x="6513" y="3805"/>
                    <a:pt x="6678" y="3821"/>
                    <a:pt x="6846" y="3838"/>
                  </a:cubicBezTo>
                  <a:cubicBezTo>
                    <a:pt x="6681" y="3812"/>
                    <a:pt x="6513" y="3789"/>
                    <a:pt x="6349" y="3762"/>
                  </a:cubicBezTo>
                  <a:lnTo>
                    <a:pt x="5855" y="3664"/>
                  </a:lnTo>
                  <a:lnTo>
                    <a:pt x="5365" y="3545"/>
                  </a:lnTo>
                  <a:lnTo>
                    <a:pt x="4884" y="3404"/>
                  </a:lnTo>
                  <a:cubicBezTo>
                    <a:pt x="4246" y="3193"/>
                    <a:pt x="3631" y="2920"/>
                    <a:pt x="3045" y="2591"/>
                  </a:cubicBezTo>
                  <a:cubicBezTo>
                    <a:pt x="2462" y="2268"/>
                    <a:pt x="1906" y="1880"/>
                    <a:pt x="1396" y="1446"/>
                  </a:cubicBezTo>
                  <a:lnTo>
                    <a:pt x="1021" y="1110"/>
                  </a:lnTo>
                  <a:lnTo>
                    <a:pt x="662" y="758"/>
                  </a:lnTo>
                  <a:lnTo>
                    <a:pt x="323" y="3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3"/>
            <p:cNvSpPr/>
            <p:nvPr/>
          </p:nvSpPr>
          <p:spPr>
            <a:xfrm flipH="1">
              <a:off x="7051728" y="2554047"/>
              <a:ext cx="434131" cy="673269"/>
            </a:xfrm>
            <a:custGeom>
              <a:rect b="b" l="l" r="r" t="t"/>
              <a:pathLst>
                <a:path extrusionOk="0" h="8846" w="5704">
                  <a:moveTo>
                    <a:pt x="5703" y="0"/>
                  </a:moveTo>
                  <a:cubicBezTo>
                    <a:pt x="5634" y="451"/>
                    <a:pt x="5552" y="902"/>
                    <a:pt x="5447" y="1346"/>
                  </a:cubicBezTo>
                  <a:cubicBezTo>
                    <a:pt x="5338" y="1790"/>
                    <a:pt x="5216" y="2231"/>
                    <a:pt x="5072" y="2662"/>
                  </a:cubicBezTo>
                  <a:cubicBezTo>
                    <a:pt x="4782" y="3528"/>
                    <a:pt x="4407" y="4370"/>
                    <a:pt x="3936" y="5147"/>
                  </a:cubicBezTo>
                  <a:cubicBezTo>
                    <a:pt x="3466" y="5927"/>
                    <a:pt x="2890" y="6647"/>
                    <a:pt x="2232" y="7276"/>
                  </a:cubicBezTo>
                  <a:cubicBezTo>
                    <a:pt x="1903" y="7595"/>
                    <a:pt x="1551" y="7881"/>
                    <a:pt x="1175" y="8145"/>
                  </a:cubicBezTo>
                  <a:cubicBezTo>
                    <a:pt x="807" y="8411"/>
                    <a:pt x="412" y="8642"/>
                    <a:pt x="1" y="8846"/>
                  </a:cubicBezTo>
                  <a:cubicBezTo>
                    <a:pt x="415" y="8658"/>
                    <a:pt x="813" y="8434"/>
                    <a:pt x="1195" y="8178"/>
                  </a:cubicBezTo>
                  <a:cubicBezTo>
                    <a:pt x="1574" y="7921"/>
                    <a:pt x="1932" y="7635"/>
                    <a:pt x="2271" y="7322"/>
                  </a:cubicBezTo>
                  <a:cubicBezTo>
                    <a:pt x="2946" y="6697"/>
                    <a:pt x="3522" y="5973"/>
                    <a:pt x="3999" y="5186"/>
                  </a:cubicBezTo>
                  <a:cubicBezTo>
                    <a:pt x="4469" y="4397"/>
                    <a:pt x="4845" y="3554"/>
                    <a:pt x="5124" y="2682"/>
                  </a:cubicBezTo>
                  <a:cubicBezTo>
                    <a:pt x="5266" y="2245"/>
                    <a:pt x="5381" y="1800"/>
                    <a:pt x="5480" y="1353"/>
                  </a:cubicBezTo>
                  <a:cubicBezTo>
                    <a:pt x="5572" y="905"/>
                    <a:pt x="5651" y="451"/>
                    <a:pt x="57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3"/>
            <p:cNvSpPr/>
            <p:nvPr/>
          </p:nvSpPr>
          <p:spPr>
            <a:xfrm flipH="1">
              <a:off x="7159951" y="2421542"/>
              <a:ext cx="649979" cy="476677"/>
            </a:xfrm>
            <a:custGeom>
              <a:rect b="b" l="l" r="r" t="t"/>
              <a:pathLst>
                <a:path extrusionOk="0" h="6263" w="8540">
                  <a:moveTo>
                    <a:pt x="8540" y="1"/>
                  </a:moveTo>
                  <a:lnTo>
                    <a:pt x="8165" y="570"/>
                  </a:lnTo>
                  <a:lnTo>
                    <a:pt x="7757" y="1113"/>
                  </a:lnTo>
                  <a:lnTo>
                    <a:pt x="7329" y="1636"/>
                  </a:lnTo>
                  <a:lnTo>
                    <a:pt x="6878" y="2136"/>
                  </a:lnTo>
                  <a:cubicBezTo>
                    <a:pt x="6256" y="2791"/>
                    <a:pt x="5578" y="3390"/>
                    <a:pt x="4851" y="3923"/>
                  </a:cubicBezTo>
                  <a:cubicBezTo>
                    <a:pt x="4120" y="4456"/>
                    <a:pt x="3344" y="4920"/>
                    <a:pt x="2534" y="5315"/>
                  </a:cubicBezTo>
                  <a:lnTo>
                    <a:pt x="1916" y="5595"/>
                  </a:lnTo>
                  <a:lnTo>
                    <a:pt x="1287" y="5848"/>
                  </a:lnTo>
                  <a:lnTo>
                    <a:pt x="649" y="6069"/>
                  </a:lnTo>
                  <a:lnTo>
                    <a:pt x="1" y="6263"/>
                  </a:lnTo>
                  <a:lnTo>
                    <a:pt x="1" y="6263"/>
                  </a:lnTo>
                  <a:lnTo>
                    <a:pt x="655" y="6085"/>
                  </a:lnTo>
                  <a:lnTo>
                    <a:pt x="1300" y="5874"/>
                  </a:lnTo>
                  <a:lnTo>
                    <a:pt x="1932" y="5631"/>
                  </a:lnTo>
                  <a:lnTo>
                    <a:pt x="2554" y="5361"/>
                  </a:lnTo>
                  <a:cubicBezTo>
                    <a:pt x="3373" y="4973"/>
                    <a:pt x="4153" y="4509"/>
                    <a:pt x="4887" y="3976"/>
                  </a:cubicBezTo>
                  <a:cubicBezTo>
                    <a:pt x="5614" y="3436"/>
                    <a:pt x="6299" y="2834"/>
                    <a:pt x="6911" y="2169"/>
                  </a:cubicBezTo>
                  <a:lnTo>
                    <a:pt x="7358" y="1659"/>
                  </a:lnTo>
                  <a:lnTo>
                    <a:pt x="7780" y="1123"/>
                  </a:lnTo>
                  <a:lnTo>
                    <a:pt x="8175" y="573"/>
                  </a:lnTo>
                  <a:lnTo>
                    <a:pt x="85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3"/>
            <p:cNvSpPr/>
            <p:nvPr/>
          </p:nvSpPr>
          <p:spPr>
            <a:xfrm flipH="1">
              <a:off x="7264603" y="2260724"/>
              <a:ext cx="508795" cy="286859"/>
            </a:xfrm>
            <a:custGeom>
              <a:rect b="b" l="l" r="r" t="t"/>
              <a:pathLst>
                <a:path extrusionOk="0" h="3769" w="6685">
                  <a:moveTo>
                    <a:pt x="6684" y="1"/>
                  </a:moveTo>
                  <a:lnTo>
                    <a:pt x="6684" y="1"/>
                  </a:lnTo>
                  <a:cubicBezTo>
                    <a:pt x="6563" y="106"/>
                    <a:pt x="6441" y="212"/>
                    <a:pt x="6319" y="314"/>
                  </a:cubicBezTo>
                  <a:lnTo>
                    <a:pt x="5944" y="620"/>
                  </a:lnTo>
                  <a:lnTo>
                    <a:pt x="5565" y="922"/>
                  </a:lnTo>
                  <a:lnTo>
                    <a:pt x="5180" y="1209"/>
                  </a:lnTo>
                  <a:cubicBezTo>
                    <a:pt x="4657" y="1587"/>
                    <a:pt x="4114" y="1936"/>
                    <a:pt x="3552" y="2248"/>
                  </a:cubicBezTo>
                  <a:cubicBezTo>
                    <a:pt x="2992" y="2571"/>
                    <a:pt x="2410" y="2854"/>
                    <a:pt x="1817" y="3104"/>
                  </a:cubicBezTo>
                  <a:lnTo>
                    <a:pt x="1370" y="3292"/>
                  </a:lnTo>
                  <a:lnTo>
                    <a:pt x="919" y="3459"/>
                  </a:lnTo>
                  <a:lnTo>
                    <a:pt x="462" y="3621"/>
                  </a:lnTo>
                  <a:cubicBezTo>
                    <a:pt x="310" y="3670"/>
                    <a:pt x="152" y="3719"/>
                    <a:pt x="1" y="3769"/>
                  </a:cubicBezTo>
                  <a:cubicBezTo>
                    <a:pt x="156" y="3726"/>
                    <a:pt x="314" y="3687"/>
                    <a:pt x="468" y="3640"/>
                  </a:cubicBezTo>
                  <a:lnTo>
                    <a:pt x="935" y="3496"/>
                  </a:lnTo>
                  <a:lnTo>
                    <a:pt x="1390" y="3334"/>
                  </a:lnTo>
                  <a:lnTo>
                    <a:pt x="1844" y="3163"/>
                  </a:lnTo>
                  <a:cubicBezTo>
                    <a:pt x="2443" y="2920"/>
                    <a:pt x="3028" y="2637"/>
                    <a:pt x="3591" y="2321"/>
                  </a:cubicBezTo>
                  <a:cubicBezTo>
                    <a:pt x="4154" y="1998"/>
                    <a:pt x="4697" y="1646"/>
                    <a:pt x="5217" y="1258"/>
                  </a:cubicBezTo>
                  <a:lnTo>
                    <a:pt x="5598" y="962"/>
                  </a:lnTo>
                  <a:lnTo>
                    <a:pt x="5974" y="656"/>
                  </a:lnTo>
                  <a:lnTo>
                    <a:pt x="6336" y="333"/>
                  </a:lnTo>
                  <a:cubicBezTo>
                    <a:pt x="6451" y="221"/>
                    <a:pt x="6569" y="110"/>
                    <a:pt x="6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3"/>
            <p:cNvSpPr/>
            <p:nvPr/>
          </p:nvSpPr>
          <p:spPr>
            <a:xfrm flipH="1">
              <a:off x="6859398" y="4482266"/>
              <a:ext cx="571814" cy="661244"/>
            </a:xfrm>
            <a:custGeom>
              <a:rect b="b" l="l" r="r" t="t"/>
              <a:pathLst>
                <a:path extrusionOk="0" h="8688" w="7513">
                  <a:moveTo>
                    <a:pt x="0" y="0"/>
                  </a:moveTo>
                  <a:lnTo>
                    <a:pt x="0" y="0"/>
                  </a:lnTo>
                  <a:cubicBezTo>
                    <a:pt x="484" y="138"/>
                    <a:pt x="948" y="326"/>
                    <a:pt x="1392" y="550"/>
                  </a:cubicBezTo>
                  <a:cubicBezTo>
                    <a:pt x="1836" y="774"/>
                    <a:pt x="2264" y="1030"/>
                    <a:pt x="2665" y="1323"/>
                  </a:cubicBezTo>
                  <a:cubicBezTo>
                    <a:pt x="3472" y="1909"/>
                    <a:pt x="4192" y="2606"/>
                    <a:pt x="4811" y="3390"/>
                  </a:cubicBezTo>
                  <a:cubicBezTo>
                    <a:pt x="5430" y="4166"/>
                    <a:pt x="5950" y="5022"/>
                    <a:pt x="6394" y="5914"/>
                  </a:cubicBezTo>
                  <a:cubicBezTo>
                    <a:pt x="6614" y="6358"/>
                    <a:pt x="6818" y="6815"/>
                    <a:pt x="7003" y="7279"/>
                  </a:cubicBezTo>
                  <a:cubicBezTo>
                    <a:pt x="7187" y="7740"/>
                    <a:pt x="7355" y="8214"/>
                    <a:pt x="7513" y="8688"/>
                  </a:cubicBezTo>
                  <a:cubicBezTo>
                    <a:pt x="7371" y="8210"/>
                    <a:pt x="7213" y="7737"/>
                    <a:pt x="7036" y="7269"/>
                  </a:cubicBezTo>
                  <a:cubicBezTo>
                    <a:pt x="6855" y="6799"/>
                    <a:pt x="6660" y="6341"/>
                    <a:pt x="6443" y="5891"/>
                  </a:cubicBezTo>
                  <a:cubicBezTo>
                    <a:pt x="6012" y="4989"/>
                    <a:pt x="5489" y="4130"/>
                    <a:pt x="4867" y="3344"/>
                  </a:cubicBezTo>
                  <a:cubicBezTo>
                    <a:pt x="4554" y="2949"/>
                    <a:pt x="4219" y="2580"/>
                    <a:pt x="3857" y="2235"/>
                  </a:cubicBezTo>
                  <a:cubicBezTo>
                    <a:pt x="3495" y="1889"/>
                    <a:pt x="3110" y="1567"/>
                    <a:pt x="2698" y="1280"/>
                  </a:cubicBezTo>
                  <a:cubicBezTo>
                    <a:pt x="2294" y="991"/>
                    <a:pt x="1859" y="737"/>
                    <a:pt x="1408" y="517"/>
                  </a:cubicBezTo>
                  <a:cubicBezTo>
                    <a:pt x="954" y="303"/>
                    <a:pt x="484" y="12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3"/>
            <p:cNvSpPr/>
            <p:nvPr/>
          </p:nvSpPr>
          <p:spPr>
            <a:xfrm flipH="1">
              <a:off x="7035669" y="2952401"/>
              <a:ext cx="384888" cy="460922"/>
            </a:xfrm>
            <a:custGeom>
              <a:rect b="b" l="l" r="r" t="t"/>
              <a:pathLst>
                <a:path extrusionOk="0" h="6056" w="5057">
                  <a:moveTo>
                    <a:pt x="2314" y="1"/>
                  </a:moveTo>
                  <a:cubicBezTo>
                    <a:pt x="909" y="1"/>
                    <a:pt x="0" y="1569"/>
                    <a:pt x="140" y="2825"/>
                  </a:cubicBezTo>
                  <a:cubicBezTo>
                    <a:pt x="268" y="3951"/>
                    <a:pt x="916" y="5010"/>
                    <a:pt x="1884" y="5652"/>
                  </a:cubicBezTo>
                  <a:cubicBezTo>
                    <a:pt x="2183" y="5853"/>
                    <a:pt x="2525" y="6017"/>
                    <a:pt x="2891" y="6050"/>
                  </a:cubicBezTo>
                  <a:cubicBezTo>
                    <a:pt x="2934" y="6054"/>
                    <a:pt x="2977" y="6056"/>
                    <a:pt x="3020" y="6056"/>
                  </a:cubicBezTo>
                  <a:cubicBezTo>
                    <a:pt x="3800" y="6056"/>
                    <a:pt x="4511" y="5448"/>
                    <a:pt x="4776" y="4730"/>
                  </a:cubicBezTo>
                  <a:cubicBezTo>
                    <a:pt x="5056" y="3974"/>
                    <a:pt x="4941" y="3135"/>
                    <a:pt x="4714" y="2364"/>
                  </a:cubicBezTo>
                  <a:cubicBezTo>
                    <a:pt x="4427" y="1367"/>
                    <a:pt x="3838" y="321"/>
                    <a:pt x="2799" y="61"/>
                  </a:cubicBezTo>
                  <a:cubicBezTo>
                    <a:pt x="2632" y="20"/>
                    <a:pt x="2470" y="1"/>
                    <a:pt x="2314" y="1"/>
                  </a:cubicBezTo>
                  <a:close/>
                </a:path>
              </a:pathLst>
            </a:custGeom>
            <a:solidFill>
              <a:srgbClr val="F88B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3"/>
            <p:cNvSpPr/>
            <p:nvPr/>
          </p:nvSpPr>
          <p:spPr>
            <a:xfrm flipH="1">
              <a:off x="7123349" y="3009787"/>
              <a:ext cx="259307" cy="341201"/>
            </a:xfrm>
            <a:custGeom>
              <a:rect b="b" l="l" r="r" t="t"/>
              <a:pathLst>
                <a:path extrusionOk="0" h="4483" w="3407">
                  <a:moveTo>
                    <a:pt x="1559" y="1"/>
                  </a:moveTo>
                  <a:cubicBezTo>
                    <a:pt x="1242" y="1"/>
                    <a:pt x="940" y="174"/>
                    <a:pt x="724" y="406"/>
                  </a:cubicBezTo>
                  <a:cubicBezTo>
                    <a:pt x="504" y="643"/>
                    <a:pt x="362" y="939"/>
                    <a:pt x="234" y="1235"/>
                  </a:cubicBezTo>
                  <a:cubicBezTo>
                    <a:pt x="234" y="1235"/>
                    <a:pt x="0" y="2861"/>
                    <a:pt x="1139" y="3865"/>
                  </a:cubicBezTo>
                  <a:cubicBezTo>
                    <a:pt x="1694" y="4357"/>
                    <a:pt x="2248" y="4483"/>
                    <a:pt x="2670" y="4483"/>
                  </a:cubicBezTo>
                  <a:cubicBezTo>
                    <a:pt x="3110" y="4483"/>
                    <a:pt x="3406" y="4345"/>
                    <a:pt x="3406" y="4345"/>
                  </a:cubicBezTo>
                  <a:cubicBezTo>
                    <a:pt x="3048" y="4230"/>
                    <a:pt x="2722" y="4016"/>
                    <a:pt x="2485" y="3736"/>
                  </a:cubicBezTo>
                  <a:cubicBezTo>
                    <a:pt x="2436" y="3680"/>
                    <a:pt x="2389" y="3618"/>
                    <a:pt x="2383" y="3542"/>
                  </a:cubicBezTo>
                  <a:cubicBezTo>
                    <a:pt x="2363" y="3404"/>
                    <a:pt x="2482" y="3285"/>
                    <a:pt x="2587" y="3190"/>
                  </a:cubicBezTo>
                  <a:cubicBezTo>
                    <a:pt x="2807" y="2993"/>
                    <a:pt x="3021" y="2798"/>
                    <a:pt x="3238" y="2601"/>
                  </a:cubicBezTo>
                  <a:cubicBezTo>
                    <a:pt x="3278" y="2565"/>
                    <a:pt x="3324" y="2519"/>
                    <a:pt x="3344" y="2466"/>
                  </a:cubicBezTo>
                  <a:cubicBezTo>
                    <a:pt x="3367" y="2404"/>
                    <a:pt x="3350" y="2341"/>
                    <a:pt x="3334" y="2282"/>
                  </a:cubicBezTo>
                  <a:cubicBezTo>
                    <a:pt x="3123" y="1515"/>
                    <a:pt x="2873" y="689"/>
                    <a:pt x="2205" y="228"/>
                  </a:cubicBezTo>
                  <a:cubicBezTo>
                    <a:pt x="2024" y="103"/>
                    <a:pt x="1814" y="11"/>
                    <a:pt x="1593" y="1"/>
                  </a:cubicBezTo>
                  <a:cubicBezTo>
                    <a:pt x="1582" y="1"/>
                    <a:pt x="1570" y="1"/>
                    <a:pt x="1559" y="1"/>
                  </a:cubicBezTo>
                  <a:close/>
                </a:path>
              </a:pathLst>
            </a:custGeom>
            <a:solidFill>
              <a:srgbClr val="000000">
                <a:alpha val="35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3"/>
            <p:cNvSpPr/>
            <p:nvPr/>
          </p:nvSpPr>
          <p:spPr>
            <a:xfrm flipH="1">
              <a:off x="7122131" y="3005373"/>
              <a:ext cx="243019" cy="334656"/>
            </a:xfrm>
            <a:custGeom>
              <a:rect b="b" l="l" r="r" t="t"/>
              <a:pathLst>
                <a:path extrusionOk="0" h="4397" w="3193">
                  <a:moveTo>
                    <a:pt x="1343" y="1"/>
                  </a:moveTo>
                  <a:cubicBezTo>
                    <a:pt x="1186" y="1"/>
                    <a:pt x="1034" y="39"/>
                    <a:pt x="896" y="105"/>
                  </a:cubicBezTo>
                  <a:cubicBezTo>
                    <a:pt x="741" y="178"/>
                    <a:pt x="600" y="286"/>
                    <a:pt x="484" y="415"/>
                  </a:cubicBezTo>
                  <a:cubicBezTo>
                    <a:pt x="373" y="540"/>
                    <a:pt x="280" y="685"/>
                    <a:pt x="201" y="833"/>
                  </a:cubicBezTo>
                  <a:cubicBezTo>
                    <a:pt x="126" y="981"/>
                    <a:pt x="63" y="1139"/>
                    <a:pt x="1" y="1293"/>
                  </a:cubicBezTo>
                  <a:cubicBezTo>
                    <a:pt x="76" y="1145"/>
                    <a:pt x="149" y="997"/>
                    <a:pt x="238" y="852"/>
                  </a:cubicBezTo>
                  <a:cubicBezTo>
                    <a:pt x="327" y="714"/>
                    <a:pt x="425" y="583"/>
                    <a:pt x="540" y="467"/>
                  </a:cubicBezTo>
                  <a:cubicBezTo>
                    <a:pt x="656" y="352"/>
                    <a:pt x="791" y="257"/>
                    <a:pt x="939" y="194"/>
                  </a:cubicBezTo>
                  <a:cubicBezTo>
                    <a:pt x="1059" y="146"/>
                    <a:pt x="1184" y="117"/>
                    <a:pt x="1312" y="117"/>
                  </a:cubicBezTo>
                  <a:cubicBezTo>
                    <a:pt x="1341" y="117"/>
                    <a:pt x="1370" y="119"/>
                    <a:pt x="1399" y="122"/>
                  </a:cubicBezTo>
                  <a:cubicBezTo>
                    <a:pt x="1554" y="138"/>
                    <a:pt x="1702" y="201"/>
                    <a:pt x="1840" y="283"/>
                  </a:cubicBezTo>
                  <a:cubicBezTo>
                    <a:pt x="1975" y="369"/>
                    <a:pt x="2104" y="471"/>
                    <a:pt x="2209" y="589"/>
                  </a:cubicBezTo>
                  <a:cubicBezTo>
                    <a:pt x="2317" y="711"/>
                    <a:pt x="2416" y="836"/>
                    <a:pt x="2498" y="977"/>
                  </a:cubicBezTo>
                  <a:cubicBezTo>
                    <a:pt x="2584" y="1116"/>
                    <a:pt x="2653" y="1264"/>
                    <a:pt x="2716" y="1418"/>
                  </a:cubicBezTo>
                  <a:cubicBezTo>
                    <a:pt x="2844" y="1721"/>
                    <a:pt x="2933" y="2037"/>
                    <a:pt x="3025" y="2360"/>
                  </a:cubicBezTo>
                  <a:cubicBezTo>
                    <a:pt x="3035" y="2399"/>
                    <a:pt x="3045" y="2435"/>
                    <a:pt x="3045" y="2465"/>
                  </a:cubicBezTo>
                  <a:cubicBezTo>
                    <a:pt x="3048" y="2494"/>
                    <a:pt x="3041" y="2514"/>
                    <a:pt x="3025" y="2541"/>
                  </a:cubicBezTo>
                  <a:cubicBezTo>
                    <a:pt x="3002" y="2564"/>
                    <a:pt x="2979" y="2590"/>
                    <a:pt x="2946" y="2616"/>
                  </a:cubicBezTo>
                  <a:lnTo>
                    <a:pt x="2857" y="2705"/>
                  </a:lnTo>
                  <a:cubicBezTo>
                    <a:pt x="2732" y="2820"/>
                    <a:pt x="2614" y="2929"/>
                    <a:pt x="2489" y="3044"/>
                  </a:cubicBezTo>
                  <a:lnTo>
                    <a:pt x="2308" y="3218"/>
                  </a:lnTo>
                  <a:cubicBezTo>
                    <a:pt x="2248" y="3274"/>
                    <a:pt x="2186" y="3337"/>
                    <a:pt x="2140" y="3422"/>
                  </a:cubicBezTo>
                  <a:cubicBezTo>
                    <a:pt x="2120" y="3465"/>
                    <a:pt x="2104" y="3515"/>
                    <a:pt x="2104" y="3564"/>
                  </a:cubicBezTo>
                  <a:cubicBezTo>
                    <a:pt x="2104" y="3613"/>
                    <a:pt x="2117" y="3663"/>
                    <a:pt x="2140" y="3702"/>
                  </a:cubicBezTo>
                  <a:cubicBezTo>
                    <a:pt x="2159" y="3745"/>
                    <a:pt x="2189" y="3778"/>
                    <a:pt x="2219" y="3811"/>
                  </a:cubicBezTo>
                  <a:cubicBezTo>
                    <a:pt x="2248" y="3840"/>
                    <a:pt x="2275" y="3873"/>
                    <a:pt x="2304" y="3903"/>
                  </a:cubicBezTo>
                  <a:cubicBezTo>
                    <a:pt x="2551" y="4136"/>
                    <a:pt x="2850" y="4308"/>
                    <a:pt x="3176" y="4396"/>
                  </a:cubicBezTo>
                  <a:cubicBezTo>
                    <a:pt x="2864" y="4275"/>
                    <a:pt x="2581" y="4090"/>
                    <a:pt x="2363" y="3847"/>
                  </a:cubicBezTo>
                  <a:cubicBezTo>
                    <a:pt x="2308" y="3788"/>
                    <a:pt x="2252" y="3725"/>
                    <a:pt x="2219" y="3659"/>
                  </a:cubicBezTo>
                  <a:cubicBezTo>
                    <a:pt x="2186" y="3594"/>
                    <a:pt x="2192" y="3524"/>
                    <a:pt x="2232" y="3462"/>
                  </a:cubicBezTo>
                  <a:cubicBezTo>
                    <a:pt x="2268" y="3399"/>
                    <a:pt x="2324" y="3340"/>
                    <a:pt x="2387" y="3288"/>
                  </a:cubicBezTo>
                  <a:lnTo>
                    <a:pt x="2577" y="3123"/>
                  </a:lnTo>
                  <a:cubicBezTo>
                    <a:pt x="2699" y="3018"/>
                    <a:pt x="2827" y="2906"/>
                    <a:pt x="2949" y="2794"/>
                  </a:cubicBezTo>
                  <a:lnTo>
                    <a:pt x="3045" y="2712"/>
                  </a:lnTo>
                  <a:cubicBezTo>
                    <a:pt x="3078" y="2689"/>
                    <a:pt x="3110" y="2656"/>
                    <a:pt x="3143" y="2613"/>
                  </a:cubicBezTo>
                  <a:cubicBezTo>
                    <a:pt x="3157" y="2593"/>
                    <a:pt x="3173" y="2570"/>
                    <a:pt x="3180" y="2541"/>
                  </a:cubicBezTo>
                  <a:cubicBezTo>
                    <a:pt x="3189" y="2514"/>
                    <a:pt x="3193" y="2488"/>
                    <a:pt x="3193" y="2458"/>
                  </a:cubicBezTo>
                  <a:cubicBezTo>
                    <a:pt x="3193" y="2406"/>
                    <a:pt x="3180" y="2360"/>
                    <a:pt x="3170" y="2317"/>
                  </a:cubicBezTo>
                  <a:cubicBezTo>
                    <a:pt x="3124" y="2152"/>
                    <a:pt x="3078" y="1994"/>
                    <a:pt x="3028" y="1833"/>
                  </a:cubicBezTo>
                  <a:cubicBezTo>
                    <a:pt x="2979" y="1672"/>
                    <a:pt x="2926" y="1511"/>
                    <a:pt x="2860" y="1356"/>
                  </a:cubicBezTo>
                  <a:cubicBezTo>
                    <a:pt x="2795" y="1198"/>
                    <a:pt x="2716" y="1047"/>
                    <a:pt x="2630" y="898"/>
                  </a:cubicBezTo>
                  <a:cubicBezTo>
                    <a:pt x="2538" y="750"/>
                    <a:pt x="2436" y="612"/>
                    <a:pt x="2317" y="487"/>
                  </a:cubicBezTo>
                  <a:cubicBezTo>
                    <a:pt x="2192" y="365"/>
                    <a:pt x="2061" y="254"/>
                    <a:pt x="1909" y="168"/>
                  </a:cubicBezTo>
                  <a:cubicBezTo>
                    <a:pt x="1761" y="79"/>
                    <a:pt x="1587" y="13"/>
                    <a:pt x="1412" y="3"/>
                  </a:cubicBezTo>
                  <a:cubicBezTo>
                    <a:pt x="1389" y="2"/>
                    <a:pt x="1366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0" name="Google Shape;1010;p43"/>
          <p:cNvGrpSpPr/>
          <p:nvPr/>
        </p:nvGrpSpPr>
        <p:grpSpPr>
          <a:xfrm rot="96">
            <a:off x="7091305" y="1370423"/>
            <a:ext cx="985978" cy="937840"/>
            <a:chOff x="4083600" y="2744000"/>
            <a:chExt cx="274975" cy="261550"/>
          </a:xfrm>
        </p:grpSpPr>
        <p:sp>
          <p:nvSpPr>
            <p:cNvPr id="1011" name="Google Shape;1011;p43"/>
            <p:cNvSpPr/>
            <p:nvPr/>
          </p:nvSpPr>
          <p:spPr>
            <a:xfrm>
              <a:off x="4083600" y="2758475"/>
              <a:ext cx="274975" cy="247075"/>
            </a:xfrm>
            <a:custGeom>
              <a:rect b="b" l="l" r="r" t="t"/>
              <a:pathLst>
                <a:path extrusionOk="0" h="9883" w="10999">
                  <a:moveTo>
                    <a:pt x="3012" y="1"/>
                  </a:moveTo>
                  <a:cubicBezTo>
                    <a:pt x="1515" y="1"/>
                    <a:pt x="1" y="1116"/>
                    <a:pt x="1" y="3252"/>
                  </a:cubicBezTo>
                  <a:cubicBezTo>
                    <a:pt x="1" y="3680"/>
                    <a:pt x="103" y="4111"/>
                    <a:pt x="277" y="4539"/>
                  </a:cubicBezTo>
                  <a:cubicBezTo>
                    <a:pt x="1334" y="7132"/>
                    <a:pt x="5059" y="9593"/>
                    <a:pt x="5246" y="9715"/>
                  </a:cubicBezTo>
                  <a:lnTo>
                    <a:pt x="5500" y="9883"/>
                  </a:lnTo>
                  <a:lnTo>
                    <a:pt x="5753" y="9718"/>
                  </a:lnTo>
                  <a:cubicBezTo>
                    <a:pt x="5941" y="9600"/>
                    <a:pt x="9666" y="7135"/>
                    <a:pt x="10725" y="4542"/>
                  </a:cubicBezTo>
                  <a:cubicBezTo>
                    <a:pt x="10900" y="4114"/>
                    <a:pt x="10998" y="3680"/>
                    <a:pt x="10998" y="3255"/>
                  </a:cubicBezTo>
                  <a:cubicBezTo>
                    <a:pt x="10998" y="1116"/>
                    <a:pt x="9485" y="1"/>
                    <a:pt x="7987" y="1"/>
                  </a:cubicBezTo>
                  <a:cubicBezTo>
                    <a:pt x="7030" y="1"/>
                    <a:pt x="6135" y="452"/>
                    <a:pt x="5500" y="1218"/>
                  </a:cubicBezTo>
                  <a:cubicBezTo>
                    <a:pt x="4868" y="452"/>
                    <a:pt x="3969" y="1"/>
                    <a:pt x="301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3"/>
            <p:cNvSpPr/>
            <p:nvPr/>
          </p:nvSpPr>
          <p:spPr>
            <a:xfrm>
              <a:off x="4221075" y="2744000"/>
              <a:ext cx="137500" cy="113475"/>
            </a:xfrm>
            <a:custGeom>
              <a:rect b="b" l="l" r="r" t="t"/>
              <a:pathLst>
                <a:path extrusionOk="0" h="4539" w="5500">
                  <a:moveTo>
                    <a:pt x="2488" y="1"/>
                  </a:moveTo>
                  <a:cubicBezTo>
                    <a:pt x="1531" y="1"/>
                    <a:pt x="636" y="448"/>
                    <a:pt x="1" y="1218"/>
                  </a:cubicBezTo>
                  <a:lnTo>
                    <a:pt x="1" y="4538"/>
                  </a:lnTo>
                  <a:lnTo>
                    <a:pt x="5226" y="4538"/>
                  </a:lnTo>
                  <a:cubicBezTo>
                    <a:pt x="5401" y="4111"/>
                    <a:pt x="5499" y="3673"/>
                    <a:pt x="5499" y="3252"/>
                  </a:cubicBezTo>
                  <a:cubicBezTo>
                    <a:pt x="5499" y="1116"/>
                    <a:pt x="3986" y="1"/>
                    <a:pt x="2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3"/>
            <p:cNvSpPr/>
            <p:nvPr/>
          </p:nvSpPr>
          <p:spPr>
            <a:xfrm>
              <a:off x="4221075" y="2857525"/>
              <a:ext cx="130675" cy="133550"/>
            </a:xfrm>
            <a:custGeom>
              <a:rect b="b" l="l" r="r" t="t"/>
              <a:pathLst>
                <a:path extrusionOk="0" h="5342" w="5227">
                  <a:moveTo>
                    <a:pt x="1" y="1"/>
                  </a:moveTo>
                  <a:lnTo>
                    <a:pt x="1" y="5341"/>
                  </a:lnTo>
                  <a:lnTo>
                    <a:pt x="254" y="5177"/>
                  </a:lnTo>
                  <a:cubicBezTo>
                    <a:pt x="442" y="5055"/>
                    <a:pt x="4167" y="2594"/>
                    <a:pt x="5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3"/>
            <p:cNvSpPr/>
            <p:nvPr/>
          </p:nvSpPr>
          <p:spPr>
            <a:xfrm>
              <a:off x="4262550" y="2836550"/>
              <a:ext cx="40900" cy="41000"/>
            </a:xfrm>
            <a:custGeom>
              <a:rect b="b" l="l" r="r" t="t"/>
              <a:pathLst>
                <a:path extrusionOk="0" h="1640" w="1636">
                  <a:moveTo>
                    <a:pt x="819" y="1"/>
                  </a:moveTo>
                  <a:cubicBezTo>
                    <a:pt x="365" y="1"/>
                    <a:pt x="0" y="366"/>
                    <a:pt x="0" y="820"/>
                  </a:cubicBezTo>
                  <a:cubicBezTo>
                    <a:pt x="0" y="1271"/>
                    <a:pt x="365" y="1639"/>
                    <a:pt x="819" y="1639"/>
                  </a:cubicBezTo>
                  <a:cubicBezTo>
                    <a:pt x="1270" y="1639"/>
                    <a:pt x="1636" y="1271"/>
                    <a:pt x="1636" y="820"/>
                  </a:cubicBezTo>
                  <a:cubicBezTo>
                    <a:pt x="1636" y="372"/>
                    <a:pt x="1270" y="4"/>
                    <a:pt x="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3"/>
            <p:cNvSpPr/>
            <p:nvPr/>
          </p:nvSpPr>
          <p:spPr>
            <a:xfrm>
              <a:off x="4090525" y="2857450"/>
              <a:ext cx="130575" cy="133625"/>
            </a:xfrm>
            <a:custGeom>
              <a:rect b="b" l="l" r="r" t="t"/>
              <a:pathLst>
                <a:path extrusionOk="0" h="5345" w="5223">
                  <a:moveTo>
                    <a:pt x="0" y="0"/>
                  </a:moveTo>
                  <a:cubicBezTo>
                    <a:pt x="1057" y="2590"/>
                    <a:pt x="4782" y="5055"/>
                    <a:pt x="4969" y="5173"/>
                  </a:cubicBezTo>
                  <a:lnTo>
                    <a:pt x="5223" y="5344"/>
                  </a:lnTo>
                  <a:lnTo>
                    <a:pt x="52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4200175" y="2893975"/>
              <a:ext cx="41000" cy="40900"/>
            </a:xfrm>
            <a:custGeom>
              <a:rect b="b" l="l" r="r" t="t"/>
              <a:pathLst>
                <a:path extrusionOk="0" h="1636" w="1640">
                  <a:moveTo>
                    <a:pt x="820" y="0"/>
                  </a:moveTo>
                  <a:cubicBezTo>
                    <a:pt x="369" y="0"/>
                    <a:pt x="1" y="366"/>
                    <a:pt x="1" y="817"/>
                  </a:cubicBezTo>
                  <a:cubicBezTo>
                    <a:pt x="1" y="1271"/>
                    <a:pt x="369" y="1636"/>
                    <a:pt x="820" y="1636"/>
                  </a:cubicBezTo>
                  <a:cubicBezTo>
                    <a:pt x="1274" y="1636"/>
                    <a:pt x="1639" y="1271"/>
                    <a:pt x="1639" y="817"/>
                  </a:cubicBezTo>
                  <a:cubicBezTo>
                    <a:pt x="1639" y="369"/>
                    <a:pt x="1274" y="4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4083600" y="2744000"/>
              <a:ext cx="137500" cy="113475"/>
            </a:xfrm>
            <a:custGeom>
              <a:rect b="b" l="l" r="r" t="t"/>
              <a:pathLst>
                <a:path extrusionOk="0" h="4539" w="5500">
                  <a:moveTo>
                    <a:pt x="3012" y="1"/>
                  </a:moveTo>
                  <a:cubicBezTo>
                    <a:pt x="1515" y="1"/>
                    <a:pt x="1" y="1116"/>
                    <a:pt x="1" y="3252"/>
                  </a:cubicBezTo>
                  <a:cubicBezTo>
                    <a:pt x="1" y="3679"/>
                    <a:pt x="103" y="4111"/>
                    <a:pt x="277" y="4538"/>
                  </a:cubicBezTo>
                  <a:lnTo>
                    <a:pt x="5500" y="4538"/>
                  </a:lnTo>
                  <a:lnTo>
                    <a:pt x="5500" y="1218"/>
                  </a:lnTo>
                  <a:cubicBezTo>
                    <a:pt x="4868" y="448"/>
                    <a:pt x="3969" y="1"/>
                    <a:pt x="30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4140875" y="2836550"/>
              <a:ext cx="40975" cy="41000"/>
            </a:xfrm>
            <a:custGeom>
              <a:rect b="b" l="l" r="r" t="t"/>
              <a:pathLst>
                <a:path extrusionOk="0" h="1640" w="1639">
                  <a:moveTo>
                    <a:pt x="820" y="1"/>
                  </a:moveTo>
                  <a:cubicBezTo>
                    <a:pt x="365" y="1"/>
                    <a:pt x="0" y="366"/>
                    <a:pt x="0" y="820"/>
                  </a:cubicBezTo>
                  <a:cubicBezTo>
                    <a:pt x="0" y="1271"/>
                    <a:pt x="365" y="1639"/>
                    <a:pt x="820" y="1639"/>
                  </a:cubicBezTo>
                  <a:cubicBezTo>
                    <a:pt x="1270" y="1639"/>
                    <a:pt x="1639" y="1271"/>
                    <a:pt x="1639" y="820"/>
                  </a:cubicBezTo>
                  <a:cubicBezTo>
                    <a:pt x="1639" y="372"/>
                    <a:pt x="1270" y="4"/>
                    <a:pt x="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4200175" y="2794275"/>
              <a:ext cx="41000" cy="40975"/>
            </a:xfrm>
            <a:custGeom>
              <a:rect b="b" l="l" r="r" t="t"/>
              <a:pathLst>
                <a:path extrusionOk="0" h="1639" w="1640">
                  <a:moveTo>
                    <a:pt x="820" y="0"/>
                  </a:moveTo>
                  <a:cubicBezTo>
                    <a:pt x="369" y="0"/>
                    <a:pt x="1" y="369"/>
                    <a:pt x="1" y="820"/>
                  </a:cubicBezTo>
                  <a:cubicBezTo>
                    <a:pt x="1" y="1270"/>
                    <a:pt x="369" y="1639"/>
                    <a:pt x="820" y="1639"/>
                  </a:cubicBezTo>
                  <a:cubicBezTo>
                    <a:pt x="1271" y="1639"/>
                    <a:pt x="1639" y="1270"/>
                    <a:pt x="1639" y="820"/>
                  </a:cubicBezTo>
                  <a:cubicBezTo>
                    <a:pt x="1639" y="369"/>
                    <a:pt x="1271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0" name="Google Shape;1020;p43"/>
          <p:cNvSpPr txBox="1"/>
          <p:nvPr/>
        </p:nvSpPr>
        <p:spPr>
          <a:xfrm>
            <a:off x="404525" y="1428875"/>
            <a:ext cx="5535000" cy="30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tamaran"/>
              <a:buChar char="●"/>
            </a:pPr>
            <a:r>
              <a:rPr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FastAPI inference service deploys the serialized Naive Bayes model and TF-IDF vectorizer, exposing a /predict endpoint for text-based risk prediction.</a:t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tamaran"/>
              <a:buChar char="●"/>
            </a:pPr>
            <a:r>
              <a:rPr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End-to-end preprocessing is applied at inference time, transforming input text and returning predicted risk labels.</a:t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tamaran"/>
              <a:buChar char="●"/>
            </a:pPr>
            <a:r>
              <a:rPr lang="en" sz="16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Stateless AI component performs prediction only, storing no data and providing outputs solely as clinician-facing decision support signals.</a:t>
            </a:r>
            <a:endParaRPr sz="16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4"/>
          <p:cNvSpPr txBox="1"/>
          <p:nvPr>
            <p:ph idx="1" type="subTitle"/>
          </p:nvPr>
        </p:nvSpPr>
        <p:spPr>
          <a:xfrm>
            <a:off x="1050711" y="1880552"/>
            <a:ext cx="2280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sp>
        <p:nvSpPr>
          <p:cNvPr id="1026" name="Google Shape;1026;p44"/>
          <p:cNvSpPr txBox="1"/>
          <p:nvPr>
            <p:ph idx="6" type="subTitle"/>
          </p:nvPr>
        </p:nvSpPr>
        <p:spPr>
          <a:xfrm>
            <a:off x="1050696" y="3560677"/>
            <a:ext cx="2280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 &amp; Input Sensitivity Testing</a:t>
            </a:r>
            <a:endParaRPr/>
          </a:p>
        </p:txBody>
      </p:sp>
      <p:sp>
        <p:nvSpPr>
          <p:cNvPr id="1027" name="Google Shape;1027;p44"/>
          <p:cNvSpPr txBox="1"/>
          <p:nvPr>
            <p:ph idx="7" type="subTitle"/>
          </p:nvPr>
        </p:nvSpPr>
        <p:spPr>
          <a:xfrm>
            <a:off x="5777337" y="1880552"/>
            <a:ext cx="2280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Oriented Testing</a:t>
            </a:r>
            <a:endParaRPr/>
          </a:p>
        </p:txBody>
      </p:sp>
      <p:sp>
        <p:nvSpPr>
          <p:cNvPr id="1028" name="Google Shape;1028;p44"/>
          <p:cNvSpPr txBox="1"/>
          <p:nvPr>
            <p:ph idx="8" type="subTitle"/>
          </p:nvPr>
        </p:nvSpPr>
        <p:spPr>
          <a:xfrm>
            <a:off x="5777325" y="3209586"/>
            <a:ext cx="2280600" cy="78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Fairness &amp; Bias Considerations</a:t>
            </a:r>
            <a:endParaRPr/>
          </a:p>
        </p:txBody>
      </p:sp>
      <p:sp>
        <p:nvSpPr>
          <p:cNvPr id="1029" name="Google Shape;102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&amp; Evaluation</a:t>
            </a:r>
            <a:endParaRPr/>
          </a:p>
        </p:txBody>
      </p:sp>
      <p:sp>
        <p:nvSpPr>
          <p:cNvPr id="1030" name="Google Shape;1030;p44"/>
          <p:cNvSpPr/>
          <p:nvPr/>
        </p:nvSpPr>
        <p:spPr>
          <a:xfrm>
            <a:off x="3475100" y="1676700"/>
            <a:ext cx="873300" cy="873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4"/>
          <p:cNvSpPr/>
          <p:nvPr/>
        </p:nvSpPr>
        <p:spPr>
          <a:xfrm>
            <a:off x="4799975" y="1676700"/>
            <a:ext cx="873300" cy="873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4"/>
          <p:cNvSpPr/>
          <p:nvPr/>
        </p:nvSpPr>
        <p:spPr>
          <a:xfrm>
            <a:off x="3475100" y="3153575"/>
            <a:ext cx="873300" cy="873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4"/>
          <p:cNvSpPr/>
          <p:nvPr/>
        </p:nvSpPr>
        <p:spPr>
          <a:xfrm>
            <a:off x="4799975" y="3153575"/>
            <a:ext cx="873300" cy="873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4" name="Google Shape;1034;p44"/>
          <p:cNvCxnSpPr>
            <a:stCxn id="1031" idx="4"/>
            <a:endCxn id="1032" idx="0"/>
          </p:cNvCxnSpPr>
          <p:nvPr/>
        </p:nvCxnSpPr>
        <p:spPr>
          <a:xfrm rot="5400000">
            <a:off x="4272425" y="2189400"/>
            <a:ext cx="603600" cy="13248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44"/>
          <p:cNvCxnSpPr>
            <a:stCxn id="1030" idx="0"/>
            <a:endCxn id="1031" idx="0"/>
          </p:cNvCxnSpPr>
          <p:nvPr/>
        </p:nvCxnSpPr>
        <p:spPr>
          <a:xfrm flipH="1" rot="-5400000">
            <a:off x="4573850" y="1014600"/>
            <a:ext cx="600" cy="1324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44"/>
          <p:cNvCxnSpPr>
            <a:stCxn id="1032" idx="4"/>
            <a:endCxn id="1033" idx="4"/>
          </p:cNvCxnSpPr>
          <p:nvPr/>
        </p:nvCxnSpPr>
        <p:spPr>
          <a:xfrm flipH="1" rot="-5400000">
            <a:off x="4573850" y="3364775"/>
            <a:ext cx="600" cy="13248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037" name="Google Shape;1037;p44"/>
          <p:cNvGrpSpPr/>
          <p:nvPr/>
        </p:nvGrpSpPr>
        <p:grpSpPr>
          <a:xfrm>
            <a:off x="3721232" y="3387102"/>
            <a:ext cx="381018" cy="406272"/>
            <a:chOff x="7156529" y="1968003"/>
            <a:chExt cx="327786" cy="349511"/>
          </a:xfrm>
        </p:grpSpPr>
        <p:sp>
          <p:nvSpPr>
            <p:cNvPr id="1038" name="Google Shape;1038;p44"/>
            <p:cNvSpPr/>
            <p:nvPr/>
          </p:nvSpPr>
          <p:spPr>
            <a:xfrm>
              <a:off x="7156529" y="1968003"/>
              <a:ext cx="327786" cy="349511"/>
            </a:xfrm>
            <a:custGeom>
              <a:rect b="b" l="l" r="r" t="t"/>
              <a:pathLst>
                <a:path extrusionOk="0" h="12098" w="11346">
                  <a:moveTo>
                    <a:pt x="6744" y="710"/>
                  </a:moveTo>
                  <a:cubicBezTo>
                    <a:pt x="6937" y="710"/>
                    <a:pt x="7097" y="870"/>
                    <a:pt x="7097" y="1063"/>
                  </a:cubicBezTo>
                  <a:lnTo>
                    <a:pt x="7097" y="2152"/>
                  </a:lnTo>
                  <a:lnTo>
                    <a:pt x="723" y="2152"/>
                  </a:lnTo>
                  <a:lnTo>
                    <a:pt x="723" y="1063"/>
                  </a:lnTo>
                  <a:cubicBezTo>
                    <a:pt x="714" y="866"/>
                    <a:pt x="875" y="710"/>
                    <a:pt x="1071" y="710"/>
                  </a:cubicBezTo>
                  <a:close/>
                  <a:moveTo>
                    <a:pt x="6387" y="2858"/>
                  </a:moveTo>
                  <a:lnTo>
                    <a:pt x="6387" y="3567"/>
                  </a:lnTo>
                  <a:lnTo>
                    <a:pt x="1424" y="3567"/>
                  </a:lnTo>
                  <a:lnTo>
                    <a:pt x="1424" y="2858"/>
                  </a:lnTo>
                  <a:close/>
                  <a:moveTo>
                    <a:pt x="2134" y="6429"/>
                  </a:moveTo>
                  <a:lnTo>
                    <a:pt x="2134" y="9258"/>
                  </a:lnTo>
                  <a:lnTo>
                    <a:pt x="714" y="9258"/>
                  </a:lnTo>
                  <a:lnTo>
                    <a:pt x="714" y="6429"/>
                  </a:lnTo>
                  <a:close/>
                  <a:moveTo>
                    <a:pt x="6744" y="4268"/>
                  </a:moveTo>
                  <a:cubicBezTo>
                    <a:pt x="6937" y="4268"/>
                    <a:pt x="7097" y="4428"/>
                    <a:pt x="7097" y="4625"/>
                  </a:cubicBezTo>
                  <a:lnTo>
                    <a:pt x="7097" y="5710"/>
                  </a:lnTo>
                  <a:lnTo>
                    <a:pt x="4464" y="5710"/>
                  </a:lnTo>
                  <a:lnTo>
                    <a:pt x="3548" y="6626"/>
                  </a:lnTo>
                  <a:lnTo>
                    <a:pt x="3548" y="11172"/>
                  </a:lnTo>
                  <a:lnTo>
                    <a:pt x="3754" y="11378"/>
                  </a:lnTo>
                  <a:lnTo>
                    <a:pt x="1071" y="11383"/>
                  </a:lnTo>
                  <a:cubicBezTo>
                    <a:pt x="875" y="11383"/>
                    <a:pt x="714" y="11223"/>
                    <a:pt x="714" y="11030"/>
                  </a:cubicBezTo>
                  <a:lnTo>
                    <a:pt x="714" y="9963"/>
                  </a:lnTo>
                  <a:lnTo>
                    <a:pt x="2839" y="9963"/>
                  </a:lnTo>
                  <a:lnTo>
                    <a:pt x="2839" y="5710"/>
                  </a:lnTo>
                  <a:lnTo>
                    <a:pt x="714" y="5710"/>
                  </a:lnTo>
                  <a:lnTo>
                    <a:pt x="714" y="4625"/>
                  </a:lnTo>
                  <a:cubicBezTo>
                    <a:pt x="714" y="4428"/>
                    <a:pt x="875" y="4268"/>
                    <a:pt x="1071" y="4268"/>
                  </a:cubicBezTo>
                  <a:close/>
                  <a:moveTo>
                    <a:pt x="10137" y="6420"/>
                  </a:moveTo>
                  <a:lnTo>
                    <a:pt x="10641" y="6923"/>
                  </a:lnTo>
                  <a:lnTo>
                    <a:pt x="10641" y="10884"/>
                  </a:lnTo>
                  <a:lnTo>
                    <a:pt x="10137" y="11387"/>
                  </a:lnTo>
                  <a:lnTo>
                    <a:pt x="4762" y="11387"/>
                  </a:lnTo>
                  <a:lnTo>
                    <a:pt x="4258" y="10884"/>
                  </a:lnTo>
                  <a:lnTo>
                    <a:pt x="4258" y="6923"/>
                  </a:lnTo>
                  <a:lnTo>
                    <a:pt x="4762" y="6420"/>
                  </a:lnTo>
                  <a:close/>
                  <a:moveTo>
                    <a:pt x="1067" y="0"/>
                  </a:moveTo>
                  <a:cubicBezTo>
                    <a:pt x="476" y="0"/>
                    <a:pt x="0" y="477"/>
                    <a:pt x="0" y="1063"/>
                  </a:cubicBezTo>
                  <a:lnTo>
                    <a:pt x="0" y="2862"/>
                  </a:lnTo>
                  <a:lnTo>
                    <a:pt x="710" y="2862"/>
                  </a:lnTo>
                  <a:lnTo>
                    <a:pt x="710" y="3627"/>
                  </a:lnTo>
                  <a:cubicBezTo>
                    <a:pt x="298" y="3778"/>
                    <a:pt x="0" y="4167"/>
                    <a:pt x="0" y="4629"/>
                  </a:cubicBezTo>
                  <a:lnTo>
                    <a:pt x="0" y="11035"/>
                  </a:lnTo>
                  <a:cubicBezTo>
                    <a:pt x="0" y="11621"/>
                    <a:pt x="476" y="12097"/>
                    <a:pt x="1067" y="12097"/>
                  </a:cubicBezTo>
                  <a:lnTo>
                    <a:pt x="10421" y="12097"/>
                  </a:lnTo>
                  <a:lnTo>
                    <a:pt x="11337" y="11181"/>
                  </a:lnTo>
                  <a:lnTo>
                    <a:pt x="11337" y="6635"/>
                  </a:lnTo>
                  <a:lnTo>
                    <a:pt x="11346" y="6635"/>
                  </a:lnTo>
                  <a:lnTo>
                    <a:pt x="10430" y="5719"/>
                  </a:lnTo>
                  <a:lnTo>
                    <a:pt x="7802" y="5719"/>
                  </a:lnTo>
                  <a:lnTo>
                    <a:pt x="7802" y="4629"/>
                  </a:lnTo>
                  <a:cubicBezTo>
                    <a:pt x="7802" y="4167"/>
                    <a:pt x="7504" y="3773"/>
                    <a:pt x="7092" y="3627"/>
                  </a:cubicBezTo>
                  <a:lnTo>
                    <a:pt x="7092" y="2862"/>
                  </a:lnTo>
                  <a:lnTo>
                    <a:pt x="7802" y="2862"/>
                  </a:lnTo>
                  <a:lnTo>
                    <a:pt x="7802" y="1063"/>
                  </a:lnTo>
                  <a:cubicBezTo>
                    <a:pt x="7802" y="477"/>
                    <a:pt x="7326" y="0"/>
                    <a:pt x="67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4"/>
            <p:cNvSpPr/>
            <p:nvPr/>
          </p:nvSpPr>
          <p:spPr>
            <a:xfrm>
              <a:off x="7300026" y="2173960"/>
              <a:ext cx="20541" cy="41024"/>
            </a:xfrm>
            <a:custGeom>
              <a:rect b="b" l="l" r="r" t="t"/>
              <a:pathLst>
                <a:path extrusionOk="0" h="1420" w="711">
                  <a:moveTo>
                    <a:pt x="1" y="0"/>
                  </a:moveTo>
                  <a:lnTo>
                    <a:pt x="1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4"/>
            <p:cNvSpPr/>
            <p:nvPr/>
          </p:nvSpPr>
          <p:spPr>
            <a:xfrm>
              <a:off x="7300026" y="2235467"/>
              <a:ext cx="20541" cy="40908"/>
            </a:xfrm>
            <a:custGeom>
              <a:rect b="b" l="l" r="r" t="t"/>
              <a:pathLst>
                <a:path extrusionOk="0" h="1416" w="711">
                  <a:moveTo>
                    <a:pt x="1" y="0"/>
                  </a:moveTo>
                  <a:lnTo>
                    <a:pt x="1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7341049" y="2235467"/>
              <a:ext cx="20512" cy="40908"/>
            </a:xfrm>
            <a:custGeom>
              <a:rect b="b" l="l" r="r" t="t"/>
              <a:pathLst>
                <a:path extrusionOk="0" h="1416" w="710">
                  <a:moveTo>
                    <a:pt x="0" y="0"/>
                  </a:moveTo>
                  <a:lnTo>
                    <a:pt x="0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7381900" y="2173960"/>
              <a:ext cx="20541" cy="41024"/>
            </a:xfrm>
            <a:custGeom>
              <a:rect b="b" l="l" r="r" t="t"/>
              <a:pathLst>
                <a:path extrusionOk="0" h="1420" w="711">
                  <a:moveTo>
                    <a:pt x="1" y="0"/>
                  </a:moveTo>
                  <a:lnTo>
                    <a:pt x="1" y="1420"/>
                  </a:lnTo>
                  <a:lnTo>
                    <a:pt x="711" y="142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7341049" y="2173960"/>
              <a:ext cx="20512" cy="41024"/>
            </a:xfrm>
            <a:custGeom>
              <a:rect b="b" l="l" r="r" t="t"/>
              <a:pathLst>
                <a:path extrusionOk="0" h="1420" w="710">
                  <a:moveTo>
                    <a:pt x="0" y="0"/>
                  </a:moveTo>
                  <a:lnTo>
                    <a:pt x="0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4"/>
            <p:cNvSpPr/>
            <p:nvPr/>
          </p:nvSpPr>
          <p:spPr>
            <a:xfrm>
              <a:off x="7381900" y="2235467"/>
              <a:ext cx="20541" cy="40908"/>
            </a:xfrm>
            <a:custGeom>
              <a:rect b="b" l="l" r="r" t="t"/>
              <a:pathLst>
                <a:path extrusionOk="0" h="1416" w="711">
                  <a:moveTo>
                    <a:pt x="1" y="0"/>
                  </a:moveTo>
                  <a:lnTo>
                    <a:pt x="1" y="1415"/>
                  </a:lnTo>
                  <a:lnTo>
                    <a:pt x="711" y="141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4"/>
            <p:cNvSpPr/>
            <p:nvPr/>
          </p:nvSpPr>
          <p:spPr>
            <a:xfrm>
              <a:off x="7422924" y="2173960"/>
              <a:ext cx="20512" cy="41024"/>
            </a:xfrm>
            <a:custGeom>
              <a:rect b="b" l="l" r="r" t="t"/>
              <a:pathLst>
                <a:path extrusionOk="0" h="1420" w="710">
                  <a:moveTo>
                    <a:pt x="0" y="0"/>
                  </a:moveTo>
                  <a:lnTo>
                    <a:pt x="0" y="1420"/>
                  </a:lnTo>
                  <a:lnTo>
                    <a:pt x="710" y="1420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4"/>
            <p:cNvSpPr/>
            <p:nvPr/>
          </p:nvSpPr>
          <p:spPr>
            <a:xfrm>
              <a:off x="7422924" y="2235467"/>
              <a:ext cx="20512" cy="40908"/>
            </a:xfrm>
            <a:custGeom>
              <a:rect b="b" l="l" r="r" t="t"/>
              <a:pathLst>
                <a:path extrusionOk="0" h="1416" w="710">
                  <a:moveTo>
                    <a:pt x="0" y="0"/>
                  </a:moveTo>
                  <a:lnTo>
                    <a:pt x="0" y="1415"/>
                  </a:lnTo>
                  <a:lnTo>
                    <a:pt x="710" y="141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7" name="Google Shape;1047;p44"/>
          <p:cNvGrpSpPr/>
          <p:nvPr/>
        </p:nvGrpSpPr>
        <p:grpSpPr>
          <a:xfrm>
            <a:off x="5033422" y="1910298"/>
            <a:ext cx="406406" cy="406104"/>
            <a:chOff x="856371" y="2576600"/>
            <a:chExt cx="349627" cy="349367"/>
          </a:xfrm>
        </p:grpSpPr>
        <p:sp>
          <p:nvSpPr>
            <p:cNvPr id="1048" name="Google Shape;1048;p44"/>
            <p:cNvSpPr/>
            <p:nvPr/>
          </p:nvSpPr>
          <p:spPr>
            <a:xfrm>
              <a:off x="856371" y="2576600"/>
              <a:ext cx="349627" cy="349367"/>
            </a:xfrm>
            <a:custGeom>
              <a:rect b="b" l="l" r="r" t="t"/>
              <a:pathLst>
                <a:path extrusionOk="0" h="12093" w="12102">
                  <a:moveTo>
                    <a:pt x="6039" y="706"/>
                  </a:moveTo>
                  <a:cubicBezTo>
                    <a:pt x="7019" y="706"/>
                    <a:pt x="7816" y="1502"/>
                    <a:pt x="7816" y="2478"/>
                  </a:cubicBezTo>
                  <a:cubicBezTo>
                    <a:pt x="7816" y="3457"/>
                    <a:pt x="7019" y="4254"/>
                    <a:pt x="6039" y="4254"/>
                  </a:cubicBezTo>
                  <a:cubicBezTo>
                    <a:pt x="5060" y="4254"/>
                    <a:pt x="4267" y="3457"/>
                    <a:pt x="4267" y="2478"/>
                  </a:cubicBezTo>
                  <a:cubicBezTo>
                    <a:pt x="4272" y="1502"/>
                    <a:pt x="5069" y="706"/>
                    <a:pt x="6039" y="706"/>
                  </a:cubicBezTo>
                  <a:close/>
                  <a:moveTo>
                    <a:pt x="11035" y="2835"/>
                  </a:moveTo>
                  <a:cubicBezTo>
                    <a:pt x="11232" y="2835"/>
                    <a:pt x="11392" y="2995"/>
                    <a:pt x="11392" y="3187"/>
                  </a:cubicBezTo>
                  <a:lnTo>
                    <a:pt x="11392" y="11030"/>
                  </a:lnTo>
                  <a:cubicBezTo>
                    <a:pt x="11392" y="11223"/>
                    <a:pt x="11232" y="11383"/>
                    <a:pt x="11035" y="11383"/>
                  </a:cubicBezTo>
                  <a:lnTo>
                    <a:pt x="1067" y="11383"/>
                  </a:lnTo>
                  <a:cubicBezTo>
                    <a:pt x="870" y="11383"/>
                    <a:pt x="710" y="11223"/>
                    <a:pt x="710" y="11030"/>
                  </a:cubicBezTo>
                  <a:lnTo>
                    <a:pt x="710" y="3187"/>
                  </a:lnTo>
                  <a:cubicBezTo>
                    <a:pt x="710" y="2995"/>
                    <a:pt x="870" y="2835"/>
                    <a:pt x="1067" y="2835"/>
                  </a:cubicBezTo>
                  <a:lnTo>
                    <a:pt x="3594" y="2835"/>
                  </a:lnTo>
                  <a:cubicBezTo>
                    <a:pt x="3768" y="4034"/>
                    <a:pt x="4803" y="4955"/>
                    <a:pt x="6053" y="4955"/>
                  </a:cubicBezTo>
                  <a:cubicBezTo>
                    <a:pt x="7298" y="4955"/>
                    <a:pt x="8333" y="4030"/>
                    <a:pt x="8507" y="2835"/>
                  </a:cubicBezTo>
                  <a:close/>
                  <a:moveTo>
                    <a:pt x="6053" y="1"/>
                  </a:moveTo>
                  <a:cubicBezTo>
                    <a:pt x="4803" y="1"/>
                    <a:pt x="3768" y="930"/>
                    <a:pt x="3594" y="2125"/>
                  </a:cubicBezTo>
                  <a:lnTo>
                    <a:pt x="1067" y="2125"/>
                  </a:lnTo>
                  <a:cubicBezTo>
                    <a:pt x="476" y="2125"/>
                    <a:pt x="0" y="2601"/>
                    <a:pt x="0" y="3187"/>
                  </a:cubicBezTo>
                  <a:lnTo>
                    <a:pt x="0" y="11030"/>
                  </a:lnTo>
                  <a:cubicBezTo>
                    <a:pt x="0" y="11616"/>
                    <a:pt x="476" y="12093"/>
                    <a:pt x="1067" y="12093"/>
                  </a:cubicBezTo>
                  <a:lnTo>
                    <a:pt x="11035" y="12093"/>
                  </a:lnTo>
                  <a:cubicBezTo>
                    <a:pt x="11625" y="12093"/>
                    <a:pt x="12101" y="11616"/>
                    <a:pt x="12101" y="11030"/>
                  </a:cubicBezTo>
                  <a:lnTo>
                    <a:pt x="12101" y="3187"/>
                  </a:lnTo>
                  <a:cubicBezTo>
                    <a:pt x="12097" y="2601"/>
                    <a:pt x="11621" y="2125"/>
                    <a:pt x="11035" y="2125"/>
                  </a:cubicBezTo>
                  <a:lnTo>
                    <a:pt x="8507" y="2125"/>
                  </a:lnTo>
                  <a:cubicBezTo>
                    <a:pt x="8333" y="921"/>
                    <a:pt x="7298" y="1"/>
                    <a:pt x="60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>
              <a:off x="999088" y="2617479"/>
              <a:ext cx="63905" cy="65638"/>
            </a:xfrm>
            <a:custGeom>
              <a:rect b="b" l="l" r="r" t="t"/>
              <a:pathLst>
                <a:path extrusionOk="0" h="2272" w="2212">
                  <a:moveTo>
                    <a:pt x="751" y="0"/>
                  </a:moveTo>
                  <a:lnTo>
                    <a:pt x="751" y="916"/>
                  </a:lnTo>
                  <a:lnTo>
                    <a:pt x="504" y="669"/>
                  </a:lnTo>
                  <a:lnTo>
                    <a:pt x="1" y="1172"/>
                  </a:lnTo>
                  <a:lnTo>
                    <a:pt x="1099" y="2271"/>
                  </a:lnTo>
                  <a:lnTo>
                    <a:pt x="2212" y="1172"/>
                  </a:lnTo>
                  <a:lnTo>
                    <a:pt x="1708" y="669"/>
                  </a:lnTo>
                  <a:lnTo>
                    <a:pt x="1461" y="916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897366" y="2678842"/>
              <a:ext cx="123563" cy="205986"/>
            </a:xfrm>
            <a:custGeom>
              <a:rect b="b" l="l" r="r" t="t"/>
              <a:pathLst>
                <a:path extrusionOk="0" h="7130" w="4277">
                  <a:moveTo>
                    <a:pt x="1164" y="711"/>
                  </a:moveTo>
                  <a:cubicBezTo>
                    <a:pt x="1658" y="1667"/>
                    <a:pt x="2533" y="2386"/>
                    <a:pt x="3572" y="2679"/>
                  </a:cubicBezTo>
                  <a:lnTo>
                    <a:pt x="3572" y="6425"/>
                  </a:lnTo>
                  <a:lnTo>
                    <a:pt x="710" y="6425"/>
                  </a:lnTo>
                  <a:lnTo>
                    <a:pt x="710" y="711"/>
                  </a:lnTo>
                  <a:close/>
                  <a:moveTo>
                    <a:pt x="1" y="1"/>
                  </a:moveTo>
                  <a:lnTo>
                    <a:pt x="1" y="7130"/>
                  </a:lnTo>
                  <a:lnTo>
                    <a:pt x="4277" y="7130"/>
                  </a:lnTo>
                  <a:lnTo>
                    <a:pt x="4277" y="2107"/>
                  </a:lnTo>
                  <a:lnTo>
                    <a:pt x="3998" y="2047"/>
                  </a:lnTo>
                  <a:cubicBezTo>
                    <a:pt x="2148" y="1677"/>
                    <a:pt x="1653" y="51"/>
                    <a:pt x="1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4"/>
            <p:cNvSpPr/>
            <p:nvPr/>
          </p:nvSpPr>
          <p:spPr>
            <a:xfrm>
              <a:off x="1041411" y="2678986"/>
              <a:ext cx="123591" cy="205986"/>
            </a:xfrm>
            <a:custGeom>
              <a:rect b="b" l="l" r="r" t="t"/>
              <a:pathLst>
                <a:path extrusionOk="0" h="7130" w="4278">
                  <a:moveTo>
                    <a:pt x="3567" y="706"/>
                  </a:moveTo>
                  <a:lnTo>
                    <a:pt x="3567" y="6420"/>
                  </a:lnTo>
                  <a:lnTo>
                    <a:pt x="710" y="6420"/>
                  </a:lnTo>
                  <a:lnTo>
                    <a:pt x="710" y="2674"/>
                  </a:lnTo>
                  <a:cubicBezTo>
                    <a:pt x="1754" y="2377"/>
                    <a:pt x="2629" y="1667"/>
                    <a:pt x="3119" y="706"/>
                  </a:cubicBezTo>
                  <a:close/>
                  <a:moveTo>
                    <a:pt x="2661" y="0"/>
                  </a:moveTo>
                  <a:cubicBezTo>
                    <a:pt x="2615" y="55"/>
                    <a:pt x="2134" y="1672"/>
                    <a:pt x="280" y="2047"/>
                  </a:cubicBezTo>
                  <a:lnTo>
                    <a:pt x="1" y="2107"/>
                  </a:lnTo>
                  <a:lnTo>
                    <a:pt x="1" y="7129"/>
                  </a:lnTo>
                  <a:lnTo>
                    <a:pt x="4277" y="7129"/>
                  </a:lnTo>
                  <a:lnTo>
                    <a:pt x="4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2" name="Google Shape;1052;p44"/>
          <p:cNvGrpSpPr/>
          <p:nvPr/>
        </p:nvGrpSpPr>
        <p:grpSpPr>
          <a:xfrm>
            <a:off x="3733301" y="1910579"/>
            <a:ext cx="356907" cy="406138"/>
            <a:chOff x="3205850" y="2576456"/>
            <a:chExt cx="307043" cy="349396"/>
          </a:xfrm>
        </p:grpSpPr>
        <p:sp>
          <p:nvSpPr>
            <p:cNvPr id="1053" name="Google Shape;1053;p44"/>
            <p:cNvSpPr/>
            <p:nvPr/>
          </p:nvSpPr>
          <p:spPr>
            <a:xfrm>
              <a:off x="3205850" y="2576456"/>
              <a:ext cx="307043" cy="349396"/>
            </a:xfrm>
            <a:custGeom>
              <a:rect b="b" l="l" r="r" t="t"/>
              <a:pathLst>
                <a:path extrusionOk="0" h="12094" w="10628">
                  <a:moveTo>
                    <a:pt x="6012" y="715"/>
                  </a:moveTo>
                  <a:cubicBezTo>
                    <a:pt x="7005" y="715"/>
                    <a:pt x="7972" y="1246"/>
                    <a:pt x="8745" y="2203"/>
                  </a:cubicBezTo>
                  <a:cubicBezTo>
                    <a:pt x="9235" y="2821"/>
                    <a:pt x="9597" y="3559"/>
                    <a:pt x="9780" y="4305"/>
                  </a:cubicBezTo>
                  <a:lnTo>
                    <a:pt x="8498" y="4305"/>
                  </a:lnTo>
                  <a:cubicBezTo>
                    <a:pt x="7326" y="4305"/>
                    <a:pt x="6374" y="3343"/>
                    <a:pt x="6374" y="2153"/>
                  </a:cubicBezTo>
                  <a:lnTo>
                    <a:pt x="5664" y="2153"/>
                  </a:lnTo>
                  <a:cubicBezTo>
                    <a:pt x="5664" y="3339"/>
                    <a:pt x="4707" y="4305"/>
                    <a:pt x="3539" y="4305"/>
                  </a:cubicBezTo>
                  <a:lnTo>
                    <a:pt x="2253" y="4305"/>
                  </a:lnTo>
                  <a:cubicBezTo>
                    <a:pt x="2431" y="3554"/>
                    <a:pt x="2793" y="2817"/>
                    <a:pt x="3283" y="2203"/>
                  </a:cubicBezTo>
                  <a:cubicBezTo>
                    <a:pt x="4057" y="1242"/>
                    <a:pt x="5023" y="715"/>
                    <a:pt x="6012" y="715"/>
                  </a:cubicBezTo>
                  <a:close/>
                  <a:moveTo>
                    <a:pt x="6026" y="3531"/>
                  </a:moveTo>
                  <a:cubicBezTo>
                    <a:pt x="6396" y="4204"/>
                    <a:pt x="7037" y="4717"/>
                    <a:pt x="7798" y="4914"/>
                  </a:cubicBezTo>
                  <a:lnTo>
                    <a:pt x="7798" y="5363"/>
                  </a:lnTo>
                  <a:cubicBezTo>
                    <a:pt x="7798" y="6332"/>
                    <a:pt x="7009" y="7131"/>
                    <a:pt x="6035" y="7131"/>
                  </a:cubicBezTo>
                  <a:cubicBezTo>
                    <a:pt x="6010" y="7131"/>
                    <a:pt x="5986" y="7131"/>
                    <a:pt x="5962" y="7130"/>
                  </a:cubicBezTo>
                  <a:cubicBezTo>
                    <a:pt x="5000" y="7098"/>
                    <a:pt x="4249" y="6297"/>
                    <a:pt x="4249" y="5340"/>
                  </a:cubicBezTo>
                  <a:lnTo>
                    <a:pt x="4249" y="4914"/>
                  </a:lnTo>
                  <a:cubicBezTo>
                    <a:pt x="5014" y="4717"/>
                    <a:pt x="5646" y="4204"/>
                    <a:pt x="6026" y="3531"/>
                  </a:cubicBezTo>
                  <a:close/>
                  <a:moveTo>
                    <a:pt x="3539" y="5010"/>
                  </a:moveTo>
                  <a:lnTo>
                    <a:pt x="3539" y="5363"/>
                  </a:lnTo>
                  <a:cubicBezTo>
                    <a:pt x="3539" y="6351"/>
                    <a:pt x="4121" y="7208"/>
                    <a:pt x="4959" y="7601"/>
                  </a:cubicBezTo>
                  <a:lnTo>
                    <a:pt x="4959" y="7858"/>
                  </a:lnTo>
                  <a:cubicBezTo>
                    <a:pt x="4583" y="7890"/>
                    <a:pt x="4222" y="7977"/>
                    <a:pt x="3874" y="8114"/>
                  </a:cubicBezTo>
                  <a:cubicBezTo>
                    <a:pt x="3045" y="7730"/>
                    <a:pt x="2120" y="6947"/>
                    <a:pt x="2120" y="5363"/>
                  </a:cubicBezTo>
                  <a:cubicBezTo>
                    <a:pt x="2120" y="5248"/>
                    <a:pt x="2129" y="5129"/>
                    <a:pt x="2138" y="5010"/>
                  </a:cubicBezTo>
                  <a:close/>
                  <a:moveTo>
                    <a:pt x="9904" y="5015"/>
                  </a:moveTo>
                  <a:cubicBezTo>
                    <a:pt x="9917" y="5134"/>
                    <a:pt x="9922" y="5248"/>
                    <a:pt x="9922" y="5367"/>
                  </a:cubicBezTo>
                  <a:cubicBezTo>
                    <a:pt x="9917" y="6947"/>
                    <a:pt x="8997" y="7739"/>
                    <a:pt x="8173" y="8123"/>
                  </a:cubicBezTo>
                  <a:cubicBezTo>
                    <a:pt x="7830" y="7986"/>
                    <a:pt x="7463" y="7899"/>
                    <a:pt x="7083" y="7862"/>
                  </a:cubicBezTo>
                  <a:lnTo>
                    <a:pt x="7083" y="7606"/>
                  </a:lnTo>
                  <a:cubicBezTo>
                    <a:pt x="7921" y="7208"/>
                    <a:pt x="8503" y="6351"/>
                    <a:pt x="8503" y="5367"/>
                  </a:cubicBezTo>
                  <a:lnTo>
                    <a:pt x="8503" y="5015"/>
                  </a:lnTo>
                  <a:close/>
                  <a:moveTo>
                    <a:pt x="6374" y="7817"/>
                  </a:moveTo>
                  <a:lnTo>
                    <a:pt x="6374" y="8188"/>
                  </a:lnTo>
                  <a:cubicBezTo>
                    <a:pt x="6374" y="8375"/>
                    <a:pt x="6241" y="8531"/>
                    <a:pt x="6058" y="8549"/>
                  </a:cubicBezTo>
                  <a:cubicBezTo>
                    <a:pt x="6045" y="8551"/>
                    <a:pt x="6031" y="8551"/>
                    <a:pt x="6019" y="8551"/>
                  </a:cubicBezTo>
                  <a:cubicBezTo>
                    <a:pt x="5825" y="8551"/>
                    <a:pt x="5664" y="8394"/>
                    <a:pt x="5664" y="8197"/>
                  </a:cubicBezTo>
                  <a:lnTo>
                    <a:pt x="5664" y="7817"/>
                  </a:lnTo>
                  <a:cubicBezTo>
                    <a:pt x="5778" y="7835"/>
                    <a:pt x="5897" y="7840"/>
                    <a:pt x="6021" y="7840"/>
                  </a:cubicBezTo>
                  <a:cubicBezTo>
                    <a:pt x="6140" y="7840"/>
                    <a:pt x="6259" y="7835"/>
                    <a:pt x="6374" y="7817"/>
                  </a:cubicBezTo>
                  <a:close/>
                  <a:moveTo>
                    <a:pt x="4258" y="9969"/>
                  </a:moveTo>
                  <a:lnTo>
                    <a:pt x="4258" y="11388"/>
                  </a:lnTo>
                  <a:lnTo>
                    <a:pt x="710" y="11388"/>
                  </a:lnTo>
                  <a:lnTo>
                    <a:pt x="710" y="9969"/>
                  </a:lnTo>
                  <a:lnTo>
                    <a:pt x="2129" y="9969"/>
                  </a:lnTo>
                  <a:lnTo>
                    <a:pt x="2129" y="10678"/>
                  </a:lnTo>
                  <a:lnTo>
                    <a:pt x="2839" y="10678"/>
                  </a:lnTo>
                  <a:lnTo>
                    <a:pt x="2839" y="9969"/>
                  </a:lnTo>
                  <a:close/>
                  <a:moveTo>
                    <a:pt x="7015" y="8568"/>
                  </a:moveTo>
                  <a:cubicBezTo>
                    <a:pt x="8526" y="8700"/>
                    <a:pt x="9734" y="9891"/>
                    <a:pt x="9899" y="11388"/>
                  </a:cubicBezTo>
                  <a:lnTo>
                    <a:pt x="4959" y="11388"/>
                  </a:lnTo>
                  <a:lnTo>
                    <a:pt x="4959" y="9268"/>
                  </a:lnTo>
                  <a:lnTo>
                    <a:pt x="3306" y="9268"/>
                  </a:lnTo>
                  <a:cubicBezTo>
                    <a:pt x="3791" y="8870"/>
                    <a:pt x="4386" y="8627"/>
                    <a:pt x="5023" y="8568"/>
                  </a:cubicBezTo>
                  <a:cubicBezTo>
                    <a:pt x="5169" y="8975"/>
                    <a:pt x="5563" y="9268"/>
                    <a:pt x="6021" y="9268"/>
                  </a:cubicBezTo>
                  <a:cubicBezTo>
                    <a:pt x="6479" y="9268"/>
                    <a:pt x="6868" y="8975"/>
                    <a:pt x="7015" y="8568"/>
                  </a:cubicBezTo>
                  <a:close/>
                  <a:moveTo>
                    <a:pt x="6021" y="1"/>
                  </a:moveTo>
                  <a:cubicBezTo>
                    <a:pt x="4716" y="1"/>
                    <a:pt x="3558" y="734"/>
                    <a:pt x="2734" y="1759"/>
                  </a:cubicBezTo>
                  <a:cubicBezTo>
                    <a:pt x="1905" y="2789"/>
                    <a:pt x="1410" y="4140"/>
                    <a:pt x="1410" y="5363"/>
                  </a:cubicBezTo>
                  <a:cubicBezTo>
                    <a:pt x="1410" y="6764"/>
                    <a:pt x="2047" y="7853"/>
                    <a:pt x="3118" y="8517"/>
                  </a:cubicBezTo>
                  <a:cubicBezTo>
                    <a:pt x="2816" y="8723"/>
                    <a:pt x="2541" y="8975"/>
                    <a:pt x="2303" y="9259"/>
                  </a:cubicBezTo>
                  <a:lnTo>
                    <a:pt x="0" y="9259"/>
                  </a:lnTo>
                  <a:lnTo>
                    <a:pt x="0" y="12093"/>
                  </a:lnTo>
                  <a:lnTo>
                    <a:pt x="10627" y="12093"/>
                  </a:lnTo>
                  <a:lnTo>
                    <a:pt x="10627" y="11736"/>
                  </a:lnTo>
                  <a:cubicBezTo>
                    <a:pt x="10627" y="10399"/>
                    <a:pt x="9949" y="9218"/>
                    <a:pt x="8919" y="8517"/>
                  </a:cubicBezTo>
                  <a:cubicBezTo>
                    <a:pt x="9991" y="7858"/>
                    <a:pt x="10627" y="6773"/>
                    <a:pt x="10627" y="5363"/>
                  </a:cubicBezTo>
                  <a:cubicBezTo>
                    <a:pt x="10627" y="4140"/>
                    <a:pt x="10133" y="2789"/>
                    <a:pt x="9304" y="1759"/>
                  </a:cubicBezTo>
                  <a:cubicBezTo>
                    <a:pt x="8480" y="734"/>
                    <a:pt x="7326" y="1"/>
                    <a:pt x="60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4"/>
            <p:cNvSpPr/>
            <p:nvPr/>
          </p:nvSpPr>
          <p:spPr>
            <a:xfrm>
              <a:off x="3348827" y="2731364"/>
              <a:ext cx="61536" cy="30855"/>
            </a:xfrm>
            <a:custGeom>
              <a:rect b="b" l="l" r="r" t="t"/>
              <a:pathLst>
                <a:path extrusionOk="0" h="1068" w="2130">
                  <a:moveTo>
                    <a:pt x="1" y="1"/>
                  </a:moveTo>
                  <a:cubicBezTo>
                    <a:pt x="1" y="587"/>
                    <a:pt x="477" y="1067"/>
                    <a:pt x="1063" y="1067"/>
                  </a:cubicBezTo>
                  <a:cubicBezTo>
                    <a:pt x="1649" y="1067"/>
                    <a:pt x="2130" y="591"/>
                    <a:pt x="2130" y="1"/>
                  </a:cubicBezTo>
                  <a:lnTo>
                    <a:pt x="1420" y="1"/>
                  </a:lnTo>
                  <a:cubicBezTo>
                    <a:pt x="1420" y="193"/>
                    <a:pt x="1264" y="358"/>
                    <a:pt x="1063" y="358"/>
                  </a:cubicBezTo>
                  <a:cubicBezTo>
                    <a:pt x="871" y="358"/>
                    <a:pt x="710" y="197"/>
                    <a:pt x="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44"/>
          <p:cNvGrpSpPr/>
          <p:nvPr/>
        </p:nvGrpSpPr>
        <p:grpSpPr>
          <a:xfrm>
            <a:off x="5033506" y="3387020"/>
            <a:ext cx="406238" cy="406440"/>
            <a:chOff x="3976491" y="3808210"/>
            <a:chExt cx="349482" cy="349656"/>
          </a:xfrm>
        </p:grpSpPr>
        <p:sp>
          <p:nvSpPr>
            <p:cNvPr id="1056" name="Google Shape;1056;p44"/>
            <p:cNvSpPr/>
            <p:nvPr/>
          </p:nvSpPr>
          <p:spPr>
            <a:xfrm>
              <a:off x="3976491" y="3808210"/>
              <a:ext cx="349482" cy="266712"/>
            </a:xfrm>
            <a:custGeom>
              <a:rect b="b" l="l" r="r" t="t"/>
              <a:pathLst>
                <a:path extrusionOk="0" h="9232" w="12097">
                  <a:moveTo>
                    <a:pt x="3223" y="706"/>
                  </a:moveTo>
                  <a:cubicBezTo>
                    <a:pt x="3416" y="706"/>
                    <a:pt x="3576" y="866"/>
                    <a:pt x="3576" y="1063"/>
                  </a:cubicBezTo>
                  <a:lnTo>
                    <a:pt x="3576" y="2148"/>
                  </a:lnTo>
                  <a:lnTo>
                    <a:pt x="5700" y="2148"/>
                  </a:lnTo>
                  <a:lnTo>
                    <a:pt x="5700" y="2858"/>
                  </a:lnTo>
                  <a:lnTo>
                    <a:pt x="5343" y="2858"/>
                  </a:lnTo>
                  <a:cubicBezTo>
                    <a:pt x="4762" y="2858"/>
                    <a:pt x="4281" y="3334"/>
                    <a:pt x="4281" y="3925"/>
                  </a:cubicBezTo>
                  <a:cubicBezTo>
                    <a:pt x="4281" y="4506"/>
                    <a:pt x="4757" y="4987"/>
                    <a:pt x="5343" y="4987"/>
                  </a:cubicBezTo>
                  <a:lnTo>
                    <a:pt x="5700" y="4987"/>
                  </a:lnTo>
                  <a:lnTo>
                    <a:pt x="5700" y="5697"/>
                  </a:lnTo>
                  <a:lnTo>
                    <a:pt x="3782" y="5697"/>
                  </a:lnTo>
                  <a:lnTo>
                    <a:pt x="2866" y="6612"/>
                  </a:lnTo>
                  <a:lnTo>
                    <a:pt x="2866" y="5697"/>
                  </a:lnTo>
                  <a:lnTo>
                    <a:pt x="714" y="5697"/>
                  </a:lnTo>
                  <a:lnTo>
                    <a:pt x="714" y="4987"/>
                  </a:lnTo>
                  <a:lnTo>
                    <a:pt x="1094" y="4987"/>
                  </a:lnTo>
                  <a:cubicBezTo>
                    <a:pt x="1676" y="4987"/>
                    <a:pt x="2157" y="4511"/>
                    <a:pt x="2157" y="3925"/>
                  </a:cubicBezTo>
                  <a:cubicBezTo>
                    <a:pt x="2157" y="3339"/>
                    <a:pt x="1680" y="2858"/>
                    <a:pt x="1094" y="2858"/>
                  </a:cubicBezTo>
                  <a:lnTo>
                    <a:pt x="714" y="2858"/>
                  </a:lnTo>
                  <a:lnTo>
                    <a:pt x="714" y="2148"/>
                  </a:lnTo>
                  <a:lnTo>
                    <a:pt x="2866" y="2148"/>
                  </a:lnTo>
                  <a:lnTo>
                    <a:pt x="2866" y="1063"/>
                  </a:lnTo>
                  <a:cubicBezTo>
                    <a:pt x="2866" y="866"/>
                    <a:pt x="3027" y="706"/>
                    <a:pt x="3223" y="706"/>
                  </a:cubicBezTo>
                  <a:close/>
                  <a:moveTo>
                    <a:pt x="8887" y="710"/>
                  </a:moveTo>
                  <a:cubicBezTo>
                    <a:pt x="9084" y="710"/>
                    <a:pt x="9240" y="871"/>
                    <a:pt x="9240" y="1068"/>
                  </a:cubicBezTo>
                  <a:lnTo>
                    <a:pt x="9240" y="2153"/>
                  </a:lnTo>
                  <a:lnTo>
                    <a:pt x="11396" y="2153"/>
                  </a:lnTo>
                  <a:lnTo>
                    <a:pt x="11396" y="2862"/>
                  </a:lnTo>
                  <a:lnTo>
                    <a:pt x="11016" y="2862"/>
                  </a:lnTo>
                  <a:cubicBezTo>
                    <a:pt x="10435" y="2862"/>
                    <a:pt x="9954" y="3339"/>
                    <a:pt x="9954" y="3929"/>
                  </a:cubicBezTo>
                  <a:cubicBezTo>
                    <a:pt x="9954" y="4511"/>
                    <a:pt x="10426" y="4991"/>
                    <a:pt x="11016" y="4991"/>
                  </a:cubicBezTo>
                  <a:lnTo>
                    <a:pt x="11396" y="4991"/>
                  </a:lnTo>
                  <a:lnTo>
                    <a:pt x="11396" y="5701"/>
                  </a:lnTo>
                  <a:lnTo>
                    <a:pt x="9244" y="5701"/>
                  </a:lnTo>
                  <a:lnTo>
                    <a:pt x="9244" y="6617"/>
                  </a:lnTo>
                  <a:lnTo>
                    <a:pt x="8329" y="5701"/>
                  </a:lnTo>
                  <a:lnTo>
                    <a:pt x="6410" y="5701"/>
                  </a:lnTo>
                  <a:lnTo>
                    <a:pt x="6410" y="4282"/>
                  </a:lnTo>
                  <a:lnTo>
                    <a:pt x="5343" y="4282"/>
                  </a:lnTo>
                  <a:cubicBezTo>
                    <a:pt x="5151" y="4282"/>
                    <a:pt x="4991" y="4122"/>
                    <a:pt x="4991" y="3929"/>
                  </a:cubicBezTo>
                  <a:cubicBezTo>
                    <a:pt x="4991" y="3732"/>
                    <a:pt x="5151" y="3572"/>
                    <a:pt x="5343" y="3572"/>
                  </a:cubicBezTo>
                  <a:lnTo>
                    <a:pt x="6410" y="3572"/>
                  </a:lnTo>
                  <a:lnTo>
                    <a:pt x="6410" y="2153"/>
                  </a:lnTo>
                  <a:lnTo>
                    <a:pt x="8535" y="2153"/>
                  </a:lnTo>
                  <a:lnTo>
                    <a:pt x="8535" y="1068"/>
                  </a:lnTo>
                  <a:cubicBezTo>
                    <a:pt x="8535" y="871"/>
                    <a:pt x="8695" y="710"/>
                    <a:pt x="8887" y="710"/>
                  </a:cubicBezTo>
                  <a:close/>
                  <a:moveTo>
                    <a:pt x="2514" y="7821"/>
                  </a:moveTo>
                  <a:cubicBezTo>
                    <a:pt x="2706" y="7821"/>
                    <a:pt x="2866" y="7981"/>
                    <a:pt x="2866" y="8174"/>
                  </a:cubicBezTo>
                  <a:cubicBezTo>
                    <a:pt x="2866" y="8370"/>
                    <a:pt x="2706" y="8531"/>
                    <a:pt x="2514" y="8531"/>
                  </a:cubicBezTo>
                  <a:cubicBezTo>
                    <a:pt x="2317" y="8531"/>
                    <a:pt x="2157" y="8370"/>
                    <a:pt x="2157" y="8174"/>
                  </a:cubicBezTo>
                  <a:cubicBezTo>
                    <a:pt x="2157" y="7981"/>
                    <a:pt x="2317" y="7821"/>
                    <a:pt x="2514" y="7821"/>
                  </a:cubicBezTo>
                  <a:close/>
                  <a:moveTo>
                    <a:pt x="9597" y="7821"/>
                  </a:moveTo>
                  <a:cubicBezTo>
                    <a:pt x="9794" y="7821"/>
                    <a:pt x="9954" y="7981"/>
                    <a:pt x="9954" y="8174"/>
                  </a:cubicBezTo>
                  <a:cubicBezTo>
                    <a:pt x="9954" y="8370"/>
                    <a:pt x="9794" y="8531"/>
                    <a:pt x="9597" y="8531"/>
                  </a:cubicBezTo>
                  <a:cubicBezTo>
                    <a:pt x="9405" y="8531"/>
                    <a:pt x="9244" y="8370"/>
                    <a:pt x="9244" y="8174"/>
                  </a:cubicBezTo>
                  <a:cubicBezTo>
                    <a:pt x="9244" y="7981"/>
                    <a:pt x="9405" y="7821"/>
                    <a:pt x="9597" y="7821"/>
                  </a:cubicBezTo>
                  <a:close/>
                  <a:moveTo>
                    <a:pt x="3214" y="1"/>
                  </a:moveTo>
                  <a:cubicBezTo>
                    <a:pt x="2633" y="1"/>
                    <a:pt x="2152" y="477"/>
                    <a:pt x="2152" y="1068"/>
                  </a:cubicBezTo>
                  <a:lnTo>
                    <a:pt x="2152" y="1443"/>
                  </a:lnTo>
                  <a:lnTo>
                    <a:pt x="0" y="1443"/>
                  </a:lnTo>
                  <a:lnTo>
                    <a:pt x="0" y="3568"/>
                  </a:lnTo>
                  <a:lnTo>
                    <a:pt x="1085" y="3568"/>
                  </a:lnTo>
                  <a:cubicBezTo>
                    <a:pt x="1282" y="3568"/>
                    <a:pt x="1442" y="3728"/>
                    <a:pt x="1442" y="3920"/>
                  </a:cubicBezTo>
                  <a:cubicBezTo>
                    <a:pt x="1442" y="4117"/>
                    <a:pt x="1282" y="4277"/>
                    <a:pt x="1085" y="4277"/>
                  </a:cubicBezTo>
                  <a:lnTo>
                    <a:pt x="0" y="4277"/>
                  </a:lnTo>
                  <a:lnTo>
                    <a:pt x="0" y="6402"/>
                  </a:lnTo>
                  <a:lnTo>
                    <a:pt x="2152" y="6402"/>
                  </a:lnTo>
                  <a:lnTo>
                    <a:pt x="2152" y="7166"/>
                  </a:lnTo>
                  <a:cubicBezTo>
                    <a:pt x="1740" y="7317"/>
                    <a:pt x="1442" y="7707"/>
                    <a:pt x="1442" y="8169"/>
                  </a:cubicBezTo>
                  <a:cubicBezTo>
                    <a:pt x="1442" y="8755"/>
                    <a:pt x="1919" y="9231"/>
                    <a:pt x="2505" y="9231"/>
                  </a:cubicBezTo>
                  <a:cubicBezTo>
                    <a:pt x="3095" y="9231"/>
                    <a:pt x="3571" y="8760"/>
                    <a:pt x="3571" y="8169"/>
                  </a:cubicBezTo>
                  <a:cubicBezTo>
                    <a:pt x="3571" y="7826"/>
                    <a:pt x="3402" y="7514"/>
                    <a:pt x="3146" y="7322"/>
                  </a:cubicBezTo>
                  <a:lnTo>
                    <a:pt x="4066" y="6402"/>
                  </a:lnTo>
                  <a:lnTo>
                    <a:pt x="8026" y="6402"/>
                  </a:lnTo>
                  <a:lnTo>
                    <a:pt x="8951" y="7322"/>
                  </a:lnTo>
                  <a:cubicBezTo>
                    <a:pt x="8690" y="7519"/>
                    <a:pt x="8525" y="7826"/>
                    <a:pt x="8525" y="8169"/>
                  </a:cubicBezTo>
                  <a:cubicBezTo>
                    <a:pt x="8525" y="8755"/>
                    <a:pt x="9002" y="9231"/>
                    <a:pt x="9592" y="9231"/>
                  </a:cubicBezTo>
                  <a:cubicBezTo>
                    <a:pt x="10174" y="9231"/>
                    <a:pt x="10654" y="8760"/>
                    <a:pt x="10654" y="8169"/>
                  </a:cubicBezTo>
                  <a:cubicBezTo>
                    <a:pt x="10654" y="7707"/>
                    <a:pt x="10357" y="7308"/>
                    <a:pt x="9945" y="7166"/>
                  </a:cubicBezTo>
                  <a:lnTo>
                    <a:pt x="9945" y="6402"/>
                  </a:lnTo>
                  <a:lnTo>
                    <a:pt x="12097" y="6402"/>
                  </a:lnTo>
                  <a:lnTo>
                    <a:pt x="12097" y="4277"/>
                  </a:lnTo>
                  <a:lnTo>
                    <a:pt x="11012" y="4277"/>
                  </a:lnTo>
                  <a:cubicBezTo>
                    <a:pt x="10815" y="4277"/>
                    <a:pt x="10654" y="4117"/>
                    <a:pt x="10654" y="3920"/>
                  </a:cubicBezTo>
                  <a:cubicBezTo>
                    <a:pt x="10654" y="3728"/>
                    <a:pt x="10815" y="3568"/>
                    <a:pt x="11012" y="3568"/>
                  </a:cubicBezTo>
                  <a:lnTo>
                    <a:pt x="12097" y="3568"/>
                  </a:lnTo>
                  <a:lnTo>
                    <a:pt x="12097" y="1443"/>
                  </a:lnTo>
                  <a:lnTo>
                    <a:pt x="9945" y="1443"/>
                  </a:lnTo>
                  <a:lnTo>
                    <a:pt x="9945" y="1068"/>
                  </a:lnTo>
                  <a:lnTo>
                    <a:pt x="9954" y="1068"/>
                  </a:lnTo>
                  <a:cubicBezTo>
                    <a:pt x="9954" y="482"/>
                    <a:pt x="9478" y="1"/>
                    <a:pt x="8887" y="1"/>
                  </a:cubicBezTo>
                  <a:cubicBezTo>
                    <a:pt x="8306" y="1"/>
                    <a:pt x="7825" y="477"/>
                    <a:pt x="7825" y="1068"/>
                  </a:cubicBezTo>
                  <a:lnTo>
                    <a:pt x="7825" y="1443"/>
                  </a:lnTo>
                  <a:lnTo>
                    <a:pt x="4281" y="1443"/>
                  </a:lnTo>
                  <a:lnTo>
                    <a:pt x="4281" y="1068"/>
                  </a:lnTo>
                  <a:cubicBezTo>
                    <a:pt x="4281" y="482"/>
                    <a:pt x="3805" y="1"/>
                    <a:pt x="32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4"/>
            <p:cNvSpPr/>
            <p:nvPr/>
          </p:nvSpPr>
          <p:spPr>
            <a:xfrm>
              <a:off x="3977416" y="4075269"/>
              <a:ext cx="143410" cy="82597"/>
            </a:xfrm>
            <a:custGeom>
              <a:rect b="b" l="l" r="r" t="t"/>
              <a:pathLst>
                <a:path extrusionOk="0" h="2859" w="4964">
                  <a:moveTo>
                    <a:pt x="2482" y="706"/>
                  </a:moveTo>
                  <a:cubicBezTo>
                    <a:pt x="3338" y="706"/>
                    <a:pt x="4052" y="1324"/>
                    <a:pt x="4212" y="2148"/>
                  </a:cubicBezTo>
                  <a:lnTo>
                    <a:pt x="742" y="2148"/>
                  </a:lnTo>
                  <a:cubicBezTo>
                    <a:pt x="907" y="1324"/>
                    <a:pt x="1621" y="706"/>
                    <a:pt x="2482" y="706"/>
                  </a:cubicBezTo>
                  <a:close/>
                  <a:moveTo>
                    <a:pt x="2486" y="1"/>
                  </a:moveTo>
                  <a:cubicBezTo>
                    <a:pt x="1117" y="1"/>
                    <a:pt x="0" y="1118"/>
                    <a:pt x="0" y="2501"/>
                  </a:cubicBezTo>
                  <a:lnTo>
                    <a:pt x="0" y="2858"/>
                  </a:lnTo>
                  <a:lnTo>
                    <a:pt x="4963" y="2858"/>
                  </a:lnTo>
                  <a:lnTo>
                    <a:pt x="4963" y="2501"/>
                  </a:lnTo>
                  <a:cubicBezTo>
                    <a:pt x="4963" y="1123"/>
                    <a:pt x="3855" y="1"/>
                    <a:pt x="2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4"/>
            <p:cNvSpPr/>
            <p:nvPr/>
          </p:nvSpPr>
          <p:spPr>
            <a:xfrm>
              <a:off x="4182159" y="4075269"/>
              <a:ext cx="143294" cy="82597"/>
            </a:xfrm>
            <a:custGeom>
              <a:rect b="b" l="l" r="r" t="t"/>
              <a:pathLst>
                <a:path extrusionOk="0" h="2859" w="4960">
                  <a:moveTo>
                    <a:pt x="2478" y="706"/>
                  </a:moveTo>
                  <a:cubicBezTo>
                    <a:pt x="3339" y="706"/>
                    <a:pt x="4053" y="1324"/>
                    <a:pt x="4213" y="2148"/>
                  </a:cubicBezTo>
                  <a:lnTo>
                    <a:pt x="738" y="2148"/>
                  </a:lnTo>
                  <a:cubicBezTo>
                    <a:pt x="903" y="1324"/>
                    <a:pt x="1626" y="706"/>
                    <a:pt x="2478" y="706"/>
                  </a:cubicBezTo>
                  <a:close/>
                  <a:moveTo>
                    <a:pt x="2482" y="1"/>
                  </a:moveTo>
                  <a:cubicBezTo>
                    <a:pt x="1113" y="1"/>
                    <a:pt x="1" y="1118"/>
                    <a:pt x="1" y="2501"/>
                  </a:cubicBezTo>
                  <a:lnTo>
                    <a:pt x="1" y="2858"/>
                  </a:lnTo>
                  <a:lnTo>
                    <a:pt x="4959" y="2858"/>
                  </a:lnTo>
                  <a:lnTo>
                    <a:pt x="4959" y="2501"/>
                  </a:lnTo>
                  <a:cubicBezTo>
                    <a:pt x="4959" y="1123"/>
                    <a:pt x="3851" y="1"/>
                    <a:pt x="24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45"/>
          <p:cNvSpPr txBox="1"/>
          <p:nvPr>
            <p:ph idx="1" type="subTitle"/>
          </p:nvPr>
        </p:nvSpPr>
        <p:spPr>
          <a:xfrm>
            <a:off x="823725" y="2762275"/>
            <a:ext cx="23367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Fully local deployment</a:t>
            </a:r>
            <a:endParaRPr/>
          </a:p>
        </p:txBody>
      </p:sp>
      <p:sp>
        <p:nvSpPr>
          <p:cNvPr id="1064" name="Google Shape;1064;p45"/>
          <p:cNvSpPr txBox="1"/>
          <p:nvPr>
            <p:ph idx="5" type="subTitle"/>
          </p:nvPr>
        </p:nvSpPr>
        <p:spPr>
          <a:xfrm>
            <a:off x="3403657" y="2762275"/>
            <a:ext cx="23367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Reproducible pipeline</a:t>
            </a:r>
            <a:endParaRPr/>
          </a:p>
        </p:txBody>
      </p:sp>
      <p:sp>
        <p:nvSpPr>
          <p:cNvPr id="1065" name="Google Shape;1065;p45"/>
          <p:cNvSpPr txBox="1"/>
          <p:nvPr>
            <p:ph idx="6" type="subTitle"/>
          </p:nvPr>
        </p:nvSpPr>
        <p:spPr>
          <a:xfrm>
            <a:off x="6087289" y="2762275"/>
            <a:ext cx="23367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Modular Components</a:t>
            </a:r>
            <a:endParaRPr/>
          </a:p>
        </p:txBody>
      </p:sp>
      <p:sp>
        <p:nvSpPr>
          <p:cNvPr id="1066" name="Google Shape;106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&amp; Reproducibility</a:t>
            </a:r>
            <a:endParaRPr/>
          </a:p>
        </p:txBody>
      </p:sp>
      <p:grpSp>
        <p:nvGrpSpPr>
          <p:cNvPr id="1067" name="Google Shape;1067;p45"/>
          <p:cNvGrpSpPr/>
          <p:nvPr/>
        </p:nvGrpSpPr>
        <p:grpSpPr>
          <a:xfrm>
            <a:off x="1798574" y="2092111"/>
            <a:ext cx="386999" cy="440734"/>
            <a:chOff x="2413918" y="1348948"/>
            <a:chExt cx="306898" cy="349511"/>
          </a:xfrm>
        </p:grpSpPr>
        <p:sp>
          <p:nvSpPr>
            <p:cNvPr id="1068" name="Google Shape;1068;p45"/>
            <p:cNvSpPr/>
            <p:nvPr/>
          </p:nvSpPr>
          <p:spPr>
            <a:xfrm>
              <a:off x="2557039" y="1534018"/>
              <a:ext cx="82019" cy="71705"/>
            </a:xfrm>
            <a:custGeom>
              <a:rect b="b" l="l" r="r" t="t"/>
              <a:pathLst>
                <a:path extrusionOk="0" h="2482" w="2839">
                  <a:moveTo>
                    <a:pt x="1772" y="0"/>
                  </a:moveTo>
                  <a:cubicBezTo>
                    <a:pt x="1181" y="0"/>
                    <a:pt x="710" y="472"/>
                    <a:pt x="710" y="1062"/>
                  </a:cubicBezTo>
                  <a:lnTo>
                    <a:pt x="710" y="1420"/>
                  </a:lnTo>
                  <a:cubicBezTo>
                    <a:pt x="710" y="1612"/>
                    <a:pt x="550" y="1772"/>
                    <a:pt x="353" y="1772"/>
                  </a:cubicBezTo>
                  <a:lnTo>
                    <a:pt x="0" y="1772"/>
                  </a:lnTo>
                  <a:lnTo>
                    <a:pt x="0" y="2482"/>
                  </a:lnTo>
                  <a:lnTo>
                    <a:pt x="353" y="2482"/>
                  </a:lnTo>
                  <a:cubicBezTo>
                    <a:pt x="943" y="2482"/>
                    <a:pt x="1420" y="2006"/>
                    <a:pt x="1420" y="1415"/>
                  </a:cubicBezTo>
                  <a:lnTo>
                    <a:pt x="1420" y="1062"/>
                  </a:lnTo>
                  <a:cubicBezTo>
                    <a:pt x="1420" y="870"/>
                    <a:pt x="1580" y="710"/>
                    <a:pt x="1772" y="710"/>
                  </a:cubicBezTo>
                  <a:lnTo>
                    <a:pt x="2839" y="710"/>
                  </a:lnTo>
                  <a:lnTo>
                    <a:pt x="28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5"/>
            <p:cNvSpPr/>
            <p:nvPr/>
          </p:nvSpPr>
          <p:spPr>
            <a:xfrm>
              <a:off x="2516015" y="1534018"/>
              <a:ext cx="41053" cy="20512"/>
            </a:xfrm>
            <a:custGeom>
              <a:rect b="b" l="l" r="r" t="t"/>
              <a:pathLst>
                <a:path extrusionOk="0" h="710" w="1421">
                  <a:moveTo>
                    <a:pt x="1" y="0"/>
                  </a:moveTo>
                  <a:lnTo>
                    <a:pt x="1" y="710"/>
                  </a:lnTo>
                  <a:lnTo>
                    <a:pt x="1420" y="710"/>
                  </a:lnTo>
                  <a:lnTo>
                    <a:pt x="1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5"/>
            <p:cNvSpPr/>
            <p:nvPr/>
          </p:nvSpPr>
          <p:spPr>
            <a:xfrm>
              <a:off x="2529246" y="1626610"/>
              <a:ext cx="76096" cy="30190"/>
            </a:xfrm>
            <a:custGeom>
              <a:rect b="b" l="l" r="r" t="t"/>
              <a:pathLst>
                <a:path extrusionOk="0" h="1045" w="2634">
                  <a:moveTo>
                    <a:pt x="504" y="0"/>
                  </a:moveTo>
                  <a:lnTo>
                    <a:pt x="1" y="504"/>
                  </a:lnTo>
                  <a:cubicBezTo>
                    <a:pt x="349" y="852"/>
                    <a:pt x="816" y="1044"/>
                    <a:pt x="1315" y="1044"/>
                  </a:cubicBezTo>
                  <a:cubicBezTo>
                    <a:pt x="1814" y="1044"/>
                    <a:pt x="2276" y="852"/>
                    <a:pt x="2633" y="504"/>
                  </a:cubicBezTo>
                  <a:lnTo>
                    <a:pt x="2130" y="0"/>
                  </a:lnTo>
                  <a:cubicBezTo>
                    <a:pt x="1910" y="215"/>
                    <a:pt x="1626" y="334"/>
                    <a:pt x="1315" y="334"/>
                  </a:cubicBezTo>
                  <a:cubicBezTo>
                    <a:pt x="1008" y="334"/>
                    <a:pt x="720" y="215"/>
                    <a:pt x="5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5"/>
            <p:cNvSpPr/>
            <p:nvPr/>
          </p:nvSpPr>
          <p:spPr>
            <a:xfrm>
              <a:off x="2413918" y="1348948"/>
              <a:ext cx="306898" cy="349511"/>
            </a:xfrm>
            <a:custGeom>
              <a:rect b="b" l="l" r="r" t="t"/>
              <a:pathLst>
                <a:path extrusionOk="0" h="12098" w="10623">
                  <a:moveTo>
                    <a:pt x="5307" y="715"/>
                  </a:moveTo>
                  <a:cubicBezTo>
                    <a:pt x="6090" y="715"/>
                    <a:pt x="6726" y="1361"/>
                    <a:pt x="6726" y="2157"/>
                  </a:cubicBezTo>
                  <a:cubicBezTo>
                    <a:pt x="6726" y="2620"/>
                    <a:pt x="6497" y="3055"/>
                    <a:pt x="6113" y="3325"/>
                  </a:cubicBezTo>
                  <a:cubicBezTo>
                    <a:pt x="6016" y="3393"/>
                    <a:pt x="5929" y="3480"/>
                    <a:pt x="5861" y="3577"/>
                  </a:cubicBezTo>
                  <a:lnTo>
                    <a:pt x="4762" y="3577"/>
                  </a:lnTo>
                  <a:cubicBezTo>
                    <a:pt x="4693" y="3480"/>
                    <a:pt x="4606" y="3393"/>
                    <a:pt x="4510" y="3325"/>
                  </a:cubicBezTo>
                  <a:cubicBezTo>
                    <a:pt x="4460" y="3293"/>
                    <a:pt x="4409" y="3247"/>
                    <a:pt x="4354" y="3206"/>
                  </a:cubicBezTo>
                  <a:cubicBezTo>
                    <a:pt x="4066" y="2936"/>
                    <a:pt x="3897" y="2556"/>
                    <a:pt x="3897" y="2162"/>
                  </a:cubicBezTo>
                  <a:cubicBezTo>
                    <a:pt x="3887" y="1361"/>
                    <a:pt x="4524" y="715"/>
                    <a:pt x="5307" y="715"/>
                  </a:cubicBezTo>
                  <a:close/>
                  <a:moveTo>
                    <a:pt x="5659" y="4282"/>
                  </a:moveTo>
                  <a:lnTo>
                    <a:pt x="5659" y="4991"/>
                  </a:lnTo>
                  <a:lnTo>
                    <a:pt x="4950" y="4991"/>
                  </a:lnTo>
                  <a:lnTo>
                    <a:pt x="4950" y="4282"/>
                  </a:lnTo>
                  <a:close/>
                  <a:moveTo>
                    <a:pt x="9203" y="7116"/>
                  </a:moveTo>
                  <a:cubicBezTo>
                    <a:pt x="9611" y="7116"/>
                    <a:pt x="9945" y="7464"/>
                    <a:pt x="9908" y="7876"/>
                  </a:cubicBezTo>
                  <a:cubicBezTo>
                    <a:pt x="9881" y="8247"/>
                    <a:pt x="9560" y="8526"/>
                    <a:pt x="9189" y="8526"/>
                  </a:cubicBezTo>
                  <a:cubicBezTo>
                    <a:pt x="9199" y="8412"/>
                    <a:pt x="9203" y="8297"/>
                    <a:pt x="9203" y="8178"/>
                  </a:cubicBezTo>
                  <a:lnTo>
                    <a:pt x="9203" y="7116"/>
                  </a:lnTo>
                  <a:close/>
                  <a:moveTo>
                    <a:pt x="1410" y="7116"/>
                  </a:moveTo>
                  <a:lnTo>
                    <a:pt x="1410" y="8178"/>
                  </a:lnTo>
                  <a:cubicBezTo>
                    <a:pt x="1410" y="8297"/>
                    <a:pt x="1415" y="8421"/>
                    <a:pt x="1424" y="8535"/>
                  </a:cubicBezTo>
                  <a:cubicBezTo>
                    <a:pt x="1053" y="8535"/>
                    <a:pt x="733" y="8251"/>
                    <a:pt x="705" y="7880"/>
                  </a:cubicBezTo>
                  <a:cubicBezTo>
                    <a:pt x="673" y="7464"/>
                    <a:pt x="998" y="7116"/>
                    <a:pt x="1410" y="7116"/>
                  </a:cubicBezTo>
                  <a:close/>
                  <a:moveTo>
                    <a:pt x="6602" y="3842"/>
                  </a:moveTo>
                  <a:cubicBezTo>
                    <a:pt x="7747" y="4346"/>
                    <a:pt x="8503" y="5495"/>
                    <a:pt x="8503" y="6759"/>
                  </a:cubicBezTo>
                  <a:lnTo>
                    <a:pt x="8503" y="8178"/>
                  </a:lnTo>
                  <a:cubicBezTo>
                    <a:pt x="8503" y="9955"/>
                    <a:pt x="7069" y="11388"/>
                    <a:pt x="5311" y="11388"/>
                  </a:cubicBezTo>
                  <a:cubicBezTo>
                    <a:pt x="3558" y="11388"/>
                    <a:pt x="2125" y="9945"/>
                    <a:pt x="2125" y="8178"/>
                  </a:cubicBezTo>
                  <a:lnTo>
                    <a:pt x="2125" y="6759"/>
                  </a:lnTo>
                  <a:lnTo>
                    <a:pt x="2120" y="6759"/>
                  </a:lnTo>
                  <a:cubicBezTo>
                    <a:pt x="2120" y="5495"/>
                    <a:pt x="2876" y="4350"/>
                    <a:pt x="4020" y="3842"/>
                  </a:cubicBezTo>
                  <a:cubicBezTo>
                    <a:pt x="4048" y="3865"/>
                    <a:pt x="4075" y="3879"/>
                    <a:pt x="4107" y="3902"/>
                  </a:cubicBezTo>
                  <a:cubicBezTo>
                    <a:pt x="4199" y="3966"/>
                    <a:pt x="4249" y="4071"/>
                    <a:pt x="4249" y="4186"/>
                  </a:cubicBezTo>
                  <a:lnTo>
                    <a:pt x="4249" y="5701"/>
                  </a:lnTo>
                  <a:lnTo>
                    <a:pt x="6374" y="5701"/>
                  </a:lnTo>
                  <a:lnTo>
                    <a:pt x="6374" y="4186"/>
                  </a:lnTo>
                  <a:cubicBezTo>
                    <a:pt x="6374" y="4071"/>
                    <a:pt x="6424" y="3966"/>
                    <a:pt x="6515" y="3902"/>
                  </a:cubicBezTo>
                  <a:cubicBezTo>
                    <a:pt x="6543" y="3888"/>
                    <a:pt x="6570" y="3865"/>
                    <a:pt x="6602" y="3842"/>
                  </a:cubicBezTo>
                  <a:close/>
                  <a:moveTo>
                    <a:pt x="5311" y="1"/>
                  </a:moveTo>
                  <a:cubicBezTo>
                    <a:pt x="4139" y="1"/>
                    <a:pt x="3191" y="967"/>
                    <a:pt x="3191" y="2153"/>
                  </a:cubicBezTo>
                  <a:cubicBezTo>
                    <a:pt x="3191" y="2560"/>
                    <a:pt x="3310" y="2958"/>
                    <a:pt x="3526" y="3297"/>
                  </a:cubicBezTo>
                  <a:cubicBezTo>
                    <a:pt x="2354" y="3902"/>
                    <a:pt x="1557" y="5083"/>
                    <a:pt x="1438" y="6406"/>
                  </a:cubicBezTo>
                  <a:lnTo>
                    <a:pt x="1420" y="6406"/>
                  </a:lnTo>
                  <a:cubicBezTo>
                    <a:pt x="637" y="6406"/>
                    <a:pt x="0" y="7038"/>
                    <a:pt x="0" y="7826"/>
                  </a:cubicBezTo>
                  <a:cubicBezTo>
                    <a:pt x="0" y="8608"/>
                    <a:pt x="623" y="9245"/>
                    <a:pt x="1410" y="9245"/>
                  </a:cubicBezTo>
                  <a:lnTo>
                    <a:pt x="1552" y="9245"/>
                  </a:lnTo>
                  <a:cubicBezTo>
                    <a:pt x="2015" y="10893"/>
                    <a:pt x="3521" y="12097"/>
                    <a:pt x="5307" y="12097"/>
                  </a:cubicBezTo>
                  <a:cubicBezTo>
                    <a:pt x="7092" y="12097"/>
                    <a:pt x="8599" y="10884"/>
                    <a:pt x="9061" y="9245"/>
                  </a:cubicBezTo>
                  <a:lnTo>
                    <a:pt x="9203" y="9245"/>
                  </a:lnTo>
                  <a:cubicBezTo>
                    <a:pt x="9986" y="9245"/>
                    <a:pt x="10622" y="8608"/>
                    <a:pt x="10622" y="7826"/>
                  </a:cubicBezTo>
                  <a:cubicBezTo>
                    <a:pt x="10622" y="7038"/>
                    <a:pt x="9986" y="6406"/>
                    <a:pt x="9203" y="6406"/>
                  </a:cubicBezTo>
                  <a:lnTo>
                    <a:pt x="9185" y="6406"/>
                  </a:lnTo>
                  <a:cubicBezTo>
                    <a:pt x="9066" y="5046"/>
                    <a:pt x="8246" y="3892"/>
                    <a:pt x="7097" y="3297"/>
                  </a:cubicBezTo>
                  <a:cubicBezTo>
                    <a:pt x="7317" y="2958"/>
                    <a:pt x="7436" y="2565"/>
                    <a:pt x="7436" y="2153"/>
                  </a:cubicBezTo>
                  <a:cubicBezTo>
                    <a:pt x="7436" y="971"/>
                    <a:pt x="6479" y="1"/>
                    <a:pt x="53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5"/>
            <p:cNvSpPr/>
            <p:nvPr/>
          </p:nvSpPr>
          <p:spPr>
            <a:xfrm>
              <a:off x="2539445" y="1393526"/>
              <a:ext cx="55584" cy="42353"/>
            </a:xfrm>
            <a:custGeom>
              <a:rect b="b" l="l" r="r" t="t"/>
              <a:pathLst>
                <a:path extrusionOk="0" h="1466" w="1924">
                  <a:moveTo>
                    <a:pt x="504" y="1"/>
                  </a:moveTo>
                  <a:lnTo>
                    <a:pt x="0" y="504"/>
                  </a:lnTo>
                  <a:lnTo>
                    <a:pt x="962" y="1466"/>
                  </a:lnTo>
                  <a:lnTo>
                    <a:pt x="1923" y="504"/>
                  </a:lnTo>
                  <a:lnTo>
                    <a:pt x="1420" y="1"/>
                  </a:lnTo>
                  <a:lnTo>
                    <a:pt x="962" y="459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3" name="Google Shape;1073;p45"/>
          <p:cNvGrpSpPr/>
          <p:nvPr/>
        </p:nvGrpSpPr>
        <p:grpSpPr>
          <a:xfrm>
            <a:off x="4350645" y="2092352"/>
            <a:ext cx="442737" cy="440224"/>
            <a:chOff x="3184414" y="1349208"/>
            <a:chExt cx="351100" cy="349107"/>
          </a:xfrm>
        </p:grpSpPr>
        <p:sp>
          <p:nvSpPr>
            <p:cNvPr id="1074" name="Google Shape;1074;p45"/>
            <p:cNvSpPr/>
            <p:nvPr/>
          </p:nvSpPr>
          <p:spPr>
            <a:xfrm>
              <a:off x="3184414" y="1636779"/>
              <a:ext cx="61536" cy="61536"/>
            </a:xfrm>
            <a:custGeom>
              <a:rect b="b" l="l" r="r" t="t"/>
              <a:pathLst>
                <a:path extrusionOk="0" h="2130" w="2130">
                  <a:moveTo>
                    <a:pt x="1067" y="715"/>
                  </a:moveTo>
                  <a:cubicBezTo>
                    <a:pt x="1260" y="715"/>
                    <a:pt x="1420" y="875"/>
                    <a:pt x="1420" y="1072"/>
                  </a:cubicBezTo>
                  <a:cubicBezTo>
                    <a:pt x="1420" y="1264"/>
                    <a:pt x="1260" y="1425"/>
                    <a:pt x="1067" y="1425"/>
                  </a:cubicBezTo>
                  <a:cubicBezTo>
                    <a:pt x="870" y="1425"/>
                    <a:pt x="710" y="1264"/>
                    <a:pt x="710" y="1072"/>
                  </a:cubicBezTo>
                  <a:cubicBezTo>
                    <a:pt x="719" y="875"/>
                    <a:pt x="870" y="715"/>
                    <a:pt x="1067" y="715"/>
                  </a:cubicBezTo>
                  <a:close/>
                  <a:moveTo>
                    <a:pt x="1067" y="1"/>
                  </a:moveTo>
                  <a:cubicBezTo>
                    <a:pt x="477" y="1"/>
                    <a:pt x="0" y="477"/>
                    <a:pt x="0" y="1063"/>
                  </a:cubicBezTo>
                  <a:cubicBezTo>
                    <a:pt x="10" y="1654"/>
                    <a:pt x="481" y="2130"/>
                    <a:pt x="1067" y="2130"/>
                  </a:cubicBezTo>
                  <a:cubicBezTo>
                    <a:pt x="1649" y="2130"/>
                    <a:pt x="2130" y="1654"/>
                    <a:pt x="2130" y="1063"/>
                  </a:cubicBezTo>
                  <a:cubicBezTo>
                    <a:pt x="2130" y="481"/>
                    <a:pt x="1658" y="1"/>
                    <a:pt x="1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5"/>
            <p:cNvSpPr/>
            <p:nvPr/>
          </p:nvSpPr>
          <p:spPr>
            <a:xfrm>
              <a:off x="3287465" y="1411264"/>
              <a:ext cx="184954" cy="204772"/>
            </a:xfrm>
            <a:custGeom>
              <a:rect b="b" l="l" r="r" t="t"/>
              <a:pathLst>
                <a:path extrusionOk="0" h="7088" w="6402">
                  <a:moveTo>
                    <a:pt x="3187" y="705"/>
                  </a:moveTo>
                  <a:cubicBezTo>
                    <a:pt x="3544" y="705"/>
                    <a:pt x="3755" y="875"/>
                    <a:pt x="3800" y="893"/>
                  </a:cubicBezTo>
                  <a:cubicBezTo>
                    <a:pt x="3804" y="893"/>
                    <a:pt x="3809" y="893"/>
                    <a:pt x="3814" y="893"/>
                  </a:cubicBezTo>
                  <a:cubicBezTo>
                    <a:pt x="3829" y="893"/>
                    <a:pt x="3852" y="893"/>
                    <a:pt x="3880" y="893"/>
                  </a:cubicBezTo>
                  <a:cubicBezTo>
                    <a:pt x="3993" y="893"/>
                    <a:pt x="4202" y="906"/>
                    <a:pt x="4423" y="1035"/>
                  </a:cubicBezTo>
                  <a:cubicBezTo>
                    <a:pt x="4734" y="1214"/>
                    <a:pt x="4831" y="1465"/>
                    <a:pt x="4858" y="1511"/>
                  </a:cubicBezTo>
                  <a:cubicBezTo>
                    <a:pt x="4899" y="1539"/>
                    <a:pt x="5156" y="1644"/>
                    <a:pt x="5334" y="1946"/>
                  </a:cubicBezTo>
                  <a:cubicBezTo>
                    <a:pt x="5513" y="2257"/>
                    <a:pt x="5472" y="2523"/>
                    <a:pt x="5472" y="2569"/>
                  </a:cubicBezTo>
                  <a:cubicBezTo>
                    <a:pt x="5494" y="2615"/>
                    <a:pt x="5691" y="2880"/>
                    <a:pt x="5691" y="3182"/>
                  </a:cubicBezTo>
                  <a:cubicBezTo>
                    <a:pt x="5691" y="3485"/>
                    <a:pt x="5499" y="3745"/>
                    <a:pt x="5472" y="3796"/>
                  </a:cubicBezTo>
                  <a:cubicBezTo>
                    <a:pt x="5472" y="3851"/>
                    <a:pt x="5517" y="4121"/>
                    <a:pt x="5339" y="4423"/>
                  </a:cubicBezTo>
                  <a:cubicBezTo>
                    <a:pt x="5165" y="4734"/>
                    <a:pt x="4913" y="4831"/>
                    <a:pt x="4867" y="4858"/>
                  </a:cubicBezTo>
                  <a:cubicBezTo>
                    <a:pt x="4835" y="4899"/>
                    <a:pt x="4739" y="5156"/>
                    <a:pt x="4432" y="5330"/>
                  </a:cubicBezTo>
                  <a:cubicBezTo>
                    <a:pt x="4193" y="5462"/>
                    <a:pt x="3979" y="5471"/>
                    <a:pt x="3868" y="5471"/>
                  </a:cubicBezTo>
                  <a:cubicBezTo>
                    <a:pt x="3849" y="5471"/>
                    <a:pt x="3833" y="5471"/>
                    <a:pt x="3821" y="5471"/>
                  </a:cubicBezTo>
                  <a:cubicBezTo>
                    <a:pt x="3812" y="5471"/>
                    <a:pt x="3806" y="5471"/>
                    <a:pt x="3800" y="5472"/>
                  </a:cubicBezTo>
                  <a:cubicBezTo>
                    <a:pt x="3755" y="5495"/>
                    <a:pt x="3544" y="5659"/>
                    <a:pt x="3187" y="5659"/>
                  </a:cubicBezTo>
                  <a:cubicBezTo>
                    <a:pt x="2834" y="5659"/>
                    <a:pt x="2624" y="5490"/>
                    <a:pt x="2578" y="5472"/>
                  </a:cubicBezTo>
                  <a:cubicBezTo>
                    <a:pt x="2575" y="5471"/>
                    <a:pt x="2570" y="5471"/>
                    <a:pt x="2566" y="5471"/>
                  </a:cubicBezTo>
                  <a:cubicBezTo>
                    <a:pt x="2547" y="5471"/>
                    <a:pt x="2519" y="5473"/>
                    <a:pt x="2482" y="5473"/>
                  </a:cubicBezTo>
                  <a:cubicBezTo>
                    <a:pt x="2365" y="5473"/>
                    <a:pt x="2164" y="5458"/>
                    <a:pt x="1951" y="5330"/>
                  </a:cubicBezTo>
                  <a:cubicBezTo>
                    <a:pt x="1644" y="5151"/>
                    <a:pt x="1548" y="4899"/>
                    <a:pt x="1516" y="4854"/>
                  </a:cubicBezTo>
                  <a:cubicBezTo>
                    <a:pt x="1479" y="4826"/>
                    <a:pt x="1218" y="4721"/>
                    <a:pt x="1044" y="4419"/>
                  </a:cubicBezTo>
                  <a:cubicBezTo>
                    <a:pt x="866" y="4112"/>
                    <a:pt x="907" y="3842"/>
                    <a:pt x="907" y="3796"/>
                  </a:cubicBezTo>
                  <a:cubicBezTo>
                    <a:pt x="884" y="3750"/>
                    <a:pt x="710" y="3539"/>
                    <a:pt x="710" y="3182"/>
                  </a:cubicBezTo>
                  <a:cubicBezTo>
                    <a:pt x="710" y="2830"/>
                    <a:pt x="884" y="2615"/>
                    <a:pt x="907" y="2569"/>
                  </a:cubicBezTo>
                  <a:cubicBezTo>
                    <a:pt x="911" y="2518"/>
                    <a:pt x="870" y="2248"/>
                    <a:pt x="1044" y="1946"/>
                  </a:cubicBezTo>
                  <a:cubicBezTo>
                    <a:pt x="1218" y="1639"/>
                    <a:pt x="1470" y="1539"/>
                    <a:pt x="1516" y="1511"/>
                  </a:cubicBezTo>
                  <a:cubicBezTo>
                    <a:pt x="1548" y="1470"/>
                    <a:pt x="1648" y="1214"/>
                    <a:pt x="1951" y="1035"/>
                  </a:cubicBezTo>
                  <a:cubicBezTo>
                    <a:pt x="2190" y="903"/>
                    <a:pt x="2404" y="893"/>
                    <a:pt x="2513" y="893"/>
                  </a:cubicBezTo>
                  <a:cubicBezTo>
                    <a:pt x="2531" y="893"/>
                    <a:pt x="2547" y="894"/>
                    <a:pt x="2559" y="894"/>
                  </a:cubicBezTo>
                  <a:cubicBezTo>
                    <a:pt x="2567" y="894"/>
                    <a:pt x="2573" y="893"/>
                    <a:pt x="2578" y="893"/>
                  </a:cubicBezTo>
                  <a:cubicBezTo>
                    <a:pt x="2624" y="870"/>
                    <a:pt x="2834" y="705"/>
                    <a:pt x="3187" y="705"/>
                  </a:cubicBezTo>
                  <a:close/>
                  <a:moveTo>
                    <a:pt x="3187" y="0"/>
                  </a:moveTo>
                  <a:cubicBezTo>
                    <a:pt x="2908" y="0"/>
                    <a:pt x="2633" y="69"/>
                    <a:pt x="2386" y="197"/>
                  </a:cubicBezTo>
                  <a:cubicBezTo>
                    <a:pt x="2111" y="206"/>
                    <a:pt x="1836" y="289"/>
                    <a:pt x="1598" y="431"/>
                  </a:cubicBezTo>
                  <a:cubicBezTo>
                    <a:pt x="1355" y="568"/>
                    <a:pt x="1149" y="769"/>
                    <a:pt x="998" y="998"/>
                  </a:cubicBezTo>
                  <a:cubicBezTo>
                    <a:pt x="760" y="1145"/>
                    <a:pt x="568" y="1351"/>
                    <a:pt x="431" y="1598"/>
                  </a:cubicBezTo>
                  <a:cubicBezTo>
                    <a:pt x="293" y="1836"/>
                    <a:pt x="211" y="2111"/>
                    <a:pt x="197" y="2386"/>
                  </a:cubicBezTo>
                  <a:cubicBezTo>
                    <a:pt x="69" y="2633"/>
                    <a:pt x="0" y="2908"/>
                    <a:pt x="0" y="3187"/>
                  </a:cubicBezTo>
                  <a:cubicBezTo>
                    <a:pt x="0" y="3471"/>
                    <a:pt x="69" y="3745"/>
                    <a:pt x="197" y="3988"/>
                  </a:cubicBezTo>
                  <a:cubicBezTo>
                    <a:pt x="206" y="4263"/>
                    <a:pt x="289" y="4538"/>
                    <a:pt x="431" y="4780"/>
                  </a:cubicBezTo>
                  <a:cubicBezTo>
                    <a:pt x="568" y="5018"/>
                    <a:pt x="769" y="5224"/>
                    <a:pt x="998" y="5380"/>
                  </a:cubicBezTo>
                  <a:cubicBezTo>
                    <a:pt x="1113" y="5554"/>
                    <a:pt x="1255" y="5705"/>
                    <a:pt x="1420" y="5833"/>
                  </a:cubicBezTo>
                  <a:lnTo>
                    <a:pt x="1420" y="7088"/>
                  </a:lnTo>
                  <a:lnTo>
                    <a:pt x="2129" y="7088"/>
                  </a:lnTo>
                  <a:lnTo>
                    <a:pt x="2129" y="6154"/>
                  </a:lnTo>
                  <a:cubicBezTo>
                    <a:pt x="2216" y="6172"/>
                    <a:pt x="2303" y="6181"/>
                    <a:pt x="2386" y="6186"/>
                  </a:cubicBezTo>
                  <a:cubicBezTo>
                    <a:pt x="2633" y="6314"/>
                    <a:pt x="2908" y="6383"/>
                    <a:pt x="3187" y="6383"/>
                  </a:cubicBezTo>
                  <a:cubicBezTo>
                    <a:pt x="3471" y="6383"/>
                    <a:pt x="3745" y="6314"/>
                    <a:pt x="3988" y="6186"/>
                  </a:cubicBezTo>
                  <a:cubicBezTo>
                    <a:pt x="4075" y="6181"/>
                    <a:pt x="4162" y="6172"/>
                    <a:pt x="4249" y="6154"/>
                  </a:cubicBezTo>
                  <a:lnTo>
                    <a:pt x="4249" y="7088"/>
                  </a:lnTo>
                  <a:lnTo>
                    <a:pt x="4959" y="7088"/>
                  </a:lnTo>
                  <a:lnTo>
                    <a:pt x="4959" y="5833"/>
                  </a:lnTo>
                  <a:cubicBezTo>
                    <a:pt x="5124" y="5705"/>
                    <a:pt x="5266" y="5559"/>
                    <a:pt x="5380" y="5380"/>
                  </a:cubicBezTo>
                  <a:cubicBezTo>
                    <a:pt x="5614" y="5234"/>
                    <a:pt x="5810" y="5028"/>
                    <a:pt x="5948" y="4780"/>
                  </a:cubicBezTo>
                  <a:cubicBezTo>
                    <a:pt x="6085" y="4538"/>
                    <a:pt x="6163" y="4263"/>
                    <a:pt x="6181" y="3988"/>
                  </a:cubicBezTo>
                  <a:cubicBezTo>
                    <a:pt x="6323" y="3723"/>
                    <a:pt x="6401" y="3452"/>
                    <a:pt x="6401" y="3187"/>
                  </a:cubicBezTo>
                  <a:cubicBezTo>
                    <a:pt x="6401" y="2926"/>
                    <a:pt x="6323" y="2656"/>
                    <a:pt x="6181" y="2386"/>
                  </a:cubicBezTo>
                  <a:cubicBezTo>
                    <a:pt x="6172" y="2111"/>
                    <a:pt x="6090" y="1836"/>
                    <a:pt x="5948" y="1598"/>
                  </a:cubicBezTo>
                  <a:cubicBezTo>
                    <a:pt x="5810" y="1355"/>
                    <a:pt x="5609" y="1149"/>
                    <a:pt x="5380" y="998"/>
                  </a:cubicBezTo>
                  <a:cubicBezTo>
                    <a:pt x="5234" y="760"/>
                    <a:pt x="5027" y="568"/>
                    <a:pt x="4780" y="431"/>
                  </a:cubicBezTo>
                  <a:cubicBezTo>
                    <a:pt x="4538" y="293"/>
                    <a:pt x="4263" y="211"/>
                    <a:pt x="3988" y="197"/>
                  </a:cubicBezTo>
                  <a:cubicBezTo>
                    <a:pt x="3745" y="69"/>
                    <a:pt x="3471" y="0"/>
                    <a:pt x="31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5"/>
            <p:cNvSpPr/>
            <p:nvPr/>
          </p:nvSpPr>
          <p:spPr>
            <a:xfrm>
              <a:off x="3328315" y="1472626"/>
              <a:ext cx="102415" cy="81961"/>
            </a:xfrm>
            <a:custGeom>
              <a:rect b="b" l="l" r="r" t="t"/>
              <a:pathLst>
                <a:path extrusionOk="0" h="2837" w="3545">
                  <a:moveTo>
                    <a:pt x="2130" y="710"/>
                  </a:moveTo>
                  <a:lnTo>
                    <a:pt x="2130" y="1763"/>
                  </a:lnTo>
                  <a:cubicBezTo>
                    <a:pt x="2130" y="1947"/>
                    <a:pt x="1997" y="2107"/>
                    <a:pt x="1814" y="2125"/>
                  </a:cubicBezTo>
                  <a:cubicBezTo>
                    <a:pt x="1801" y="2127"/>
                    <a:pt x="1788" y="2127"/>
                    <a:pt x="1776" y="2127"/>
                  </a:cubicBezTo>
                  <a:cubicBezTo>
                    <a:pt x="1582" y="2127"/>
                    <a:pt x="1420" y="1966"/>
                    <a:pt x="1420" y="1773"/>
                  </a:cubicBezTo>
                  <a:lnTo>
                    <a:pt x="1420" y="710"/>
                  </a:lnTo>
                  <a:close/>
                  <a:moveTo>
                    <a:pt x="1" y="1"/>
                  </a:moveTo>
                  <a:lnTo>
                    <a:pt x="1" y="710"/>
                  </a:lnTo>
                  <a:lnTo>
                    <a:pt x="711" y="710"/>
                  </a:lnTo>
                  <a:lnTo>
                    <a:pt x="711" y="1759"/>
                  </a:lnTo>
                  <a:cubicBezTo>
                    <a:pt x="711" y="2313"/>
                    <a:pt x="1164" y="2803"/>
                    <a:pt x="1713" y="2835"/>
                  </a:cubicBezTo>
                  <a:cubicBezTo>
                    <a:pt x="1732" y="2836"/>
                    <a:pt x="1751" y="2836"/>
                    <a:pt x="1770" y="2836"/>
                  </a:cubicBezTo>
                  <a:cubicBezTo>
                    <a:pt x="2354" y="2836"/>
                    <a:pt x="2835" y="2358"/>
                    <a:pt x="2835" y="1773"/>
                  </a:cubicBezTo>
                  <a:lnTo>
                    <a:pt x="2835" y="710"/>
                  </a:lnTo>
                  <a:lnTo>
                    <a:pt x="3545" y="710"/>
                  </a:lnTo>
                  <a:lnTo>
                    <a:pt x="3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5"/>
            <p:cNvSpPr/>
            <p:nvPr/>
          </p:nvSpPr>
          <p:spPr>
            <a:xfrm>
              <a:off x="3224224" y="1349208"/>
              <a:ext cx="311290" cy="327815"/>
            </a:xfrm>
            <a:custGeom>
              <a:rect b="b" l="l" r="r" t="t"/>
              <a:pathLst>
                <a:path extrusionOk="0" h="11347" w="10775">
                  <a:moveTo>
                    <a:pt x="5376" y="706"/>
                  </a:moveTo>
                  <a:cubicBezTo>
                    <a:pt x="6557" y="706"/>
                    <a:pt x="7157" y="1489"/>
                    <a:pt x="7244" y="1548"/>
                  </a:cubicBezTo>
                  <a:cubicBezTo>
                    <a:pt x="7390" y="1507"/>
                    <a:pt x="7601" y="1416"/>
                    <a:pt x="7853" y="1416"/>
                  </a:cubicBezTo>
                  <a:cubicBezTo>
                    <a:pt x="8631" y="1416"/>
                    <a:pt x="9295" y="2075"/>
                    <a:pt x="9295" y="2858"/>
                  </a:cubicBezTo>
                  <a:cubicBezTo>
                    <a:pt x="9295" y="3110"/>
                    <a:pt x="9208" y="3320"/>
                    <a:pt x="9167" y="3471"/>
                  </a:cubicBezTo>
                  <a:cubicBezTo>
                    <a:pt x="9213" y="3549"/>
                    <a:pt x="10215" y="4245"/>
                    <a:pt x="9977" y="6013"/>
                  </a:cubicBezTo>
                  <a:cubicBezTo>
                    <a:pt x="9794" y="7368"/>
                    <a:pt x="9172" y="7908"/>
                    <a:pt x="9167" y="7908"/>
                  </a:cubicBezTo>
                  <a:cubicBezTo>
                    <a:pt x="9208" y="8055"/>
                    <a:pt x="9295" y="8265"/>
                    <a:pt x="9295" y="8517"/>
                  </a:cubicBezTo>
                  <a:cubicBezTo>
                    <a:pt x="9295" y="9295"/>
                    <a:pt x="8650" y="9936"/>
                    <a:pt x="7853" y="9936"/>
                  </a:cubicBezTo>
                  <a:cubicBezTo>
                    <a:pt x="7601" y="9936"/>
                    <a:pt x="7390" y="9845"/>
                    <a:pt x="7244" y="9808"/>
                  </a:cubicBezTo>
                  <a:cubicBezTo>
                    <a:pt x="7162" y="9859"/>
                    <a:pt x="6557" y="10646"/>
                    <a:pt x="5376" y="10646"/>
                  </a:cubicBezTo>
                  <a:cubicBezTo>
                    <a:pt x="4199" y="10646"/>
                    <a:pt x="3599" y="9863"/>
                    <a:pt x="3512" y="9808"/>
                  </a:cubicBezTo>
                  <a:cubicBezTo>
                    <a:pt x="3361" y="9845"/>
                    <a:pt x="3151" y="9936"/>
                    <a:pt x="2899" y="9936"/>
                  </a:cubicBezTo>
                  <a:cubicBezTo>
                    <a:pt x="2121" y="9936"/>
                    <a:pt x="1479" y="9305"/>
                    <a:pt x="1479" y="8517"/>
                  </a:cubicBezTo>
                  <a:cubicBezTo>
                    <a:pt x="1479" y="8265"/>
                    <a:pt x="1571" y="8055"/>
                    <a:pt x="1612" y="7908"/>
                  </a:cubicBezTo>
                  <a:cubicBezTo>
                    <a:pt x="1571" y="7821"/>
                    <a:pt x="564" y="7134"/>
                    <a:pt x="797" y="5367"/>
                  </a:cubicBezTo>
                  <a:cubicBezTo>
                    <a:pt x="980" y="4007"/>
                    <a:pt x="1603" y="3471"/>
                    <a:pt x="1612" y="3471"/>
                  </a:cubicBezTo>
                  <a:cubicBezTo>
                    <a:pt x="1571" y="3320"/>
                    <a:pt x="1479" y="3110"/>
                    <a:pt x="1479" y="2858"/>
                  </a:cubicBezTo>
                  <a:cubicBezTo>
                    <a:pt x="1479" y="2061"/>
                    <a:pt x="2116" y="1416"/>
                    <a:pt x="2899" y="1416"/>
                  </a:cubicBezTo>
                  <a:cubicBezTo>
                    <a:pt x="3151" y="1416"/>
                    <a:pt x="3361" y="1507"/>
                    <a:pt x="3512" y="1548"/>
                  </a:cubicBezTo>
                  <a:cubicBezTo>
                    <a:pt x="3590" y="1498"/>
                    <a:pt x="4199" y="706"/>
                    <a:pt x="5376" y="706"/>
                  </a:cubicBezTo>
                  <a:close/>
                  <a:moveTo>
                    <a:pt x="5380" y="1"/>
                  </a:moveTo>
                  <a:cubicBezTo>
                    <a:pt x="4625" y="1"/>
                    <a:pt x="3906" y="271"/>
                    <a:pt x="3329" y="756"/>
                  </a:cubicBezTo>
                  <a:cubicBezTo>
                    <a:pt x="3178" y="724"/>
                    <a:pt x="3041" y="706"/>
                    <a:pt x="2903" y="706"/>
                  </a:cubicBezTo>
                  <a:cubicBezTo>
                    <a:pt x="1736" y="706"/>
                    <a:pt x="779" y="1672"/>
                    <a:pt x="779" y="2853"/>
                  </a:cubicBezTo>
                  <a:cubicBezTo>
                    <a:pt x="779" y="2991"/>
                    <a:pt x="797" y="3133"/>
                    <a:pt x="834" y="3288"/>
                  </a:cubicBezTo>
                  <a:cubicBezTo>
                    <a:pt x="536" y="3696"/>
                    <a:pt x="220" y="4442"/>
                    <a:pt x="106" y="5266"/>
                  </a:cubicBezTo>
                  <a:cubicBezTo>
                    <a:pt x="1" y="6058"/>
                    <a:pt x="46" y="7176"/>
                    <a:pt x="825" y="8096"/>
                  </a:cubicBezTo>
                  <a:cubicBezTo>
                    <a:pt x="793" y="8242"/>
                    <a:pt x="774" y="8380"/>
                    <a:pt x="774" y="8517"/>
                  </a:cubicBezTo>
                  <a:cubicBezTo>
                    <a:pt x="774" y="9694"/>
                    <a:pt x="1731" y="10641"/>
                    <a:pt x="2899" y="10641"/>
                  </a:cubicBezTo>
                  <a:cubicBezTo>
                    <a:pt x="3036" y="10641"/>
                    <a:pt x="3174" y="10623"/>
                    <a:pt x="3320" y="10591"/>
                  </a:cubicBezTo>
                  <a:cubicBezTo>
                    <a:pt x="3902" y="11081"/>
                    <a:pt x="4620" y="11347"/>
                    <a:pt x="5376" y="11347"/>
                  </a:cubicBezTo>
                  <a:cubicBezTo>
                    <a:pt x="6131" y="11347"/>
                    <a:pt x="6855" y="11076"/>
                    <a:pt x="7432" y="10591"/>
                  </a:cubicBezTo>
                  <a:cubicBezTo>
                    <a:pt x="7578" y="10623"/>
                    <a:pt x="7716" y="10641"/>
                    <a:pt x="7853" y="10641"/>
                  </a:cubicBezTo>
                  <a:cubicBezTo>
                    <a:pt x="9034" y="10641"/>
                    <a:pt x="10000" y="9685"/>
                    <a:pt x="10000" y="8517"/>
                  </a:cubicBezTo>
                  <a:cubicBezTo>
                    <a:pt x="10000" y="8380"/>
                    <a:pt x="9982" y="8238"/>
                    <a:pt x="9950" y="8082"/>
                  </a:cubicBezTo>
                  <a:cubicBezTo>
                    <a:pt x="10248" y="7679"/>
                    <a:pt x="10563" y="6928"/>
                    <a:pt x="10669" y="6104"/>
                  </a:cubicBezTo>
                  <a:cubicBezTo>
                    <a:pt x="10774" y="5312"/>
                    <a:pt x="10728" y="4199"/>
                    <a:pt x="9950" y="3275"/>
                  </a:cubicBezTo>
                  <a:cubicBezTo>
                    <a:pt x="9991" y="3133"/>
                    <a:pt x="10009" y="2991"/>
                    <a:pt x="10009" y="2853"/>
                  </a:cubicBezTo>
                  <a:cubicBezTo>
                    <a:pt x="10009" y="1681"/>
                    <a:pt x="9034" y="706"/>
                    <a:pt x="7862" y="706"/>
                  </a:cubicBezTo>
                  <a:cubicBezTo>
                    <a:pt x="7725" y="706"/>
                    <a:pt x="7587" y="724"/>
                    <a:pt x="7436" y="756"/>
                  </a:cubicBezTo>
                  <a:cubicBezTo>
                    <a:pt x="6859" y="266"/>
                    <a:pt x="6136" y="1"/>
                    <a:pt x="5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8" name="Google Shape;1078;p45"/>
          <p:cNvGrpSpPr/>
          <p:nvPr/>
        </p:nvGrpSpPr>
        <p:grpSpPr>
          <a:xfrm>
            <a:off x="6958402" y="2092256"/>
            <a:ext cx="391844" cy="440406"/>
            <a:chOff x="7165109" y="1349093"/>
            <a:chExt cx="310741" cy="349251"/>
          </a:xfrm>
        </p:grpSpPr>
        <p:sp>
          <p:nvSpPr>
            <p:cNvPr id="1079" name="Google Shape;1079;p45"/>
            <p:cNvSpPr/>
            <p:nvPr/>
          </p:nvSpPr>
          <p:spPr>
            <a:xfrm>
              <a:off x="7165109" y="1432960"/>
              <a:ext cx="310741" cy="265384"/>
            </a:xfrm>
            <a:custGeom>
              <a:rect b="b" l="l" r="r" t="t"/>
              <a:pathLst>
                <a:path extrusionOk="0" h="9186" w="10756">
                  <a:moveTo>
                    <a:pt x="5380" y="2793"/>
                  </a:moveTo>
                  <a:cubicBezTo>
                    <a:pt x="5770" y="2793"/>
                    <a:pt x="6090" y="3114"/>
                    <a:pt x="6090" y="3503"/>
                  </a:cubicBezTo>
                  <a:cubicBezTo>
                    <a:pt x="6090" y="3892"/>
                    <a:pt x="5770" y="4212"/>
                    <a:pt x="5380" y="4212"/>
                  </a:cubicBezTo>
                  <a:cubicBezTo>
                    <a:pt x="4991" y="4212"/>
                    <a:pt x="4671" y="3892"/>
                    <a:pt x="4671" y="3503"/>
                  </a:cubicBezTo>
                  <a:cubicBezTo>
                    <a:pt x="4671" y="3114"/>
                    <a:pt x="4991" y="2793"/>
                    <a:pt x="5380" y="2793"/>
                  </a:cubicBezTo>
                  <a:close/>
                  <a:moveTo>
                    <a:pt x="7894" y="714"/>
                  </a:moveTo>
                  <a:cubicBezTo>
                    <a:pt x="9126" y="714"/>
                    <a:pt x="10051" y="1735"/>
                    <a:pt x="10051" y="3081"/>
                  </a:cubicBezTo>
                  <a:cubicBezTo>
                    <a:pt x="10051" y="4244"/>
                    <a:pt x="9346" y="5151"/>
                    <a:pt x="7734" y="6625"/>
                  </a:cubicBezTo>
                  <a:cubicBezTo>
                    <a:pt x="7705" y="6637"/>
                    <a:pt x="7596" y="6712"/>
                    <a:pt x="7466" y="6712"/>
                  </a:cubicBezTo>
                  <a:cubicBezTo>
                    <a:pt x="7391" y="6712"/>
                    <a:pt x="7308" y="6686"/>
                    <a:pt x="7230" y="6607"/>
                  </a:cubicBezTo>
                  <a:cubicBezTo>
                    <a:pt x="7088" y="6465"/>
                    <a:pt x="7097" y="6232"/>
                    <a:pt x="7249" y="6094"/>
                  </a:cubicBezTo>
                  <a:cubicBezTo>
                    <a:pt x="8672" y="4798"/>
                    <a:pt x="9346" y="4016"/>
                    <a:pt x="9346" y="3072"/>
                  </a:cubicBezTo>
                  <a:lnTo>
                    <a:pt x="8631" y="3072"/>
                  </a:lnTo>
                  <a:cubicBezTo>
                    <a:pt x="8631" y="3640"/>
                    <a:pt x="8224" y="4212"/>
                    <a:pt x="6992" y="5357"/>
                  </a:cubicBezTo>
                  <a:cubicBezTo>
                    <a:pt x="6507" y="5069"/>
                    <a:pt x="5953" y="4913"/>
                    <a:pt x="5380" y="4913"/>
                  </a:cubicBezTo>
                  <a:cubicBezTo>
                    <a:pt x="4826" y="4913"/>
                    <a:pt x="4282" y="5059"/>
                    <a:pt x="3805" y="5334"/>
                  </a:cubicBezTo>
                  <a:cubicBezTo>
                    <a:pt x="2766" y="4409"/>
                    <a:pt x="2134" y="3700"/>
                    <a:pt x="2134" y="3072"/>
                  </a:cubicBezTo>
                  <a:lnTo>
                    <a:pt x="1420" y="3072"/>
                  </a:lnTo>
                  <a:cubicBezTo>
                    <a:pt x="1420" y="4016"/>
                    <a:pt x="2198" y="4881"/>
                    <a:pt x="3549" y="6053"/>
                  </a:cubicBezTo>
                  <a:cubicBezTo>
                    <a:pt x="3705" y="6190"/>
                    <a:pt x="3714" y="6433"/>
                    <a:pt x="3572" y="6575"/>
                  </a:cubicBezTo>
                  <a:cubicBezTo>
                    <a:pt x="3495" y="6652"/>
                    <a:pt x="3410" y="6677"/>
                    <a:pt x="3332" y="6677"/>
                  </a:cubicBezTo>
                  <a:cubicBezTo>
                    <a:pt x="3182" y="6677"/>
                    <a:pt x="3058" y="6584"/>
                    <a:pt x="3064" y="6584"/>
                  </a:cubicBezTo>
                  <a:cubicBezTo>
                    <a:pt x="1612" y="5316"/>
                    <a:pt x="710" y="4309"/>
                    <a:pt x="710" y="3081"/>
                  </a:cubicBezTo>
                  <a:cubicBezTo>
                    <a:pt x="710" y="1731"/>
                    <a:pt x="1635" y="714"/>
                    <a:pt x="2867" y="714"/>
                  </a:cubicBezTo>
                  <a:cubicBezTo>
                    <a:pt x="3984" y="714"/>
                    <a:pt x="4584" y="1593"/>
                    <a:pt x="4859" y="2180"/>
                  </a:cubicBezTo>
                  <a:cubicBezTo>
                    <a:pt x="4309" y="2399"/>
                    <a:pt x="3924" y="2949"/>
                    <a:pt x="3961" y="3576"/>
                  </a:cubicBezTo>
                  <a:cubicBezTo>
                    <a:pt x="4002" y="4299"/>
                    <a:pt x="4584" y="4876"/>
                    <a:pt x="5307" y="4908"/>
                  </a:cubicBezTo>
                  <a:cubicBezTo>
                    <a:pt x="5332" y="4910"/>
                    <a:pt x="5356" y="4910"/>
                    <a:pt x="5380" y="4910"/>
                  </a:cubicBezTo>
                  <a:cubicBezTo>
                    <a:pt x="6158" y="4910"/>
                    <a:pt x="6795" y="4275"/>
                    <a:pt x="6795" y="3498"/>
                  </a:cubicBezTo>
                  <a:cubicBezTo>
                    <a:pt x="6795" y="2894"/>
                    <a:pt x="6420" y="2386"/>
                    <a:pt x="5898" y="2180"/>
                  </a:cubicBezTo>
                  <a:cubicBezTo>
                    <a:pt x="6177" y="1598"/>
                    <a:pt x="6777" y="714"/>
                    <a:pt x="7894" y="714"/>
                  </a:cubicBezTo>
                  <a:close/>
                  <a:moveTo>
                    <a:pt x="5376" y="5632"/>
                  </a:moveTo>
                  <a:cubicBezTo>
                    <a:pt x="5774" y="5632"/>
                    <a:pt x="6159" y="5723"/>
                    <a:pt x="6507" y="5906"/>
                  </a:cubicBezTo>
                  <a:cubicBezTo>
                    <a:pt x="6319" y="6300"/>
                    <a:pt x="6383" y="6786"/>
                    <a:pt x="6713" y="7120"/>
                  </a:cubicBezTo>
                  <a:cubicBezTo>
                    <a:pt x="6795" y="7198"/>
                    <a:pt x="6882" y="7257"/>
                    <a:pt x="6974" y="7308"/>
                  </a:cubicBezTo>
                  <a:cubicBezTo>
                    <a:pt x="6598" y="7628"/>
                    <a:pt x="6186" y="7990"/>
                    <a:pt x="5728" y="8383"/>
                  </a:cubicBezTo>
                  <a:cubicBezTo>
                    <a:pt x="5653" y="8452"/>
                    <a:pt x="5554" y="8487"/>
                    <a:pt x="5455" y="8487"/>
                  </a:cubicBezTo>
                  <a:cubicBezTo>
                    <a:pt x="5355" y="8487"/>
                    <a:pt x="5255" y="8452"/>
                    <a:pt x="5174" y="8383"/>
                  </a:cubicBezTo>
                  <a:cubicBezTo>
                    <a:pt x="4872" y="8127"/>
                    <a:pt x="3984" y="7381"/>
                    <a:pt x="3838" y="7257"/>
                  </a:cubicBezTo>
                  <a:cubicBezTo>
                    <a:pt x="3920" y="7211"/>
                    <a:pt x="4002" y="7152"/>
                    <a:pt x="4071" y="7079"/>
                  </a:cubicBezTo>
                  <a:cubicBezTo>
                    <a:pt x="4277" y="6873"/>
                    <a:pt x="4392" y="6584"/>
                    <a:pt x="4378" y="6296"/>
                  </a:cubicBezTo>
                  <a:cubicBezTo>
                    <a:pt x="4373" y="6154"/>
                    <a:pt x="4341" y="6016"/>
                    <a:pt x="4282" y="5884"/>
                  </a:cubicBezTo>
                  <a:cubicBezTo>
                    <a:pt x="4620" y="5719"/>
                    <a:pt x="4991" y="5632"/>
                    <a:pt x="5376" y="5632"/>
                  </a:cubicBezTo>
                  <a:close/>
                  <a:moveTo>
                    <a:pt x="7890" y="0"/>
                  </a:moveTo>
                  <a:cubicBezTo>
                    <a:pt x="6782" y="5"/>
                    <a:pt x="5925" y="659"/>
                    <a:pt x="5380" y="1644"/>
                  </a:cubicBezTo>
                  <a:cubicBezTo>
                    <a:pt x="4836" y="650"/>
                    <a:pt x="3979" y="5"/>
                    <a:pt x="2867" y="5"/>
                  </a:cubicBezTo>
                  <a:cubicBezTo>
                    <a:pt x="1205" y="5"/>
                    <a:pt x="1" y="1392"/>
                    <a:pt x="1" y="3086"/>
                  </a:cubicBezTo>
                  <a:cubicBezTo>
                    <a:pt x="1" y="5133"/>
                    <a:pt x="2038" y="6667"/>
                    <a:pt x="3842" y="8177"/>
                  </a:cubicBezTo>
                  <a:cubicBezTo>
                    <a:pt x="4121" y="8411"/>
                    <a:pt x="4414" y="8658"/>
                    <a:pt x="4717" y="8915"/>
                  </a:cubicBezTo>
                  <a:cubicBezTo>
                    <a:pt x="4929" y="9095"/>
                    <a:pt x="5192" y="9185"/>
                    <a:pt x="5455" y="9185"/>
                  </a:cubicBezTo>
                  <a:cubicBezTo>
                    <a:pt x="5720" y="9185"/>
                    <a:pt x="5984" y="9094"/>
                    <a:pt x="6195" y="8910"/>
                  </a:cubicBezTo>
                  <a:cubicBezTo>
                    <a:pt x="9323" y="6204"/>
                    <a:pt x="10756" y="4977"/>
                    <a:pt x="10756" y="3077"/>
                  </a:cubicBezTo>
                  <a:cubicBezTo>
                    <a:pt x="10756" y="1383"/>
                    <a:pt x="9552" y="0"/>
                    <a:pt x="78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5"/>
            <p:cNvSpPr/>
            <p:nvPr/>
          </p:nvSpPr>
          <p:spPr>
            <a:xfrm>
              <a:off x="7187470" y="1349093"/>
              <a:ext cx="82048" cy="82683"/>
            </a:xfrm>
            <a:custGeom>
              <a:rect b="b" l="l" r="r" t="t"/>
              <a:pathLst>
                <a:path extrusionOk="0" h="2862" w="2840">
                  <a:moveTo>
                    <a:pt x="1420" y="705"/>
                  </a:moveTo>
                  <a:cubicBezTo>
                    <a:pt x="1804" y="705"/>
                    <a:pt x="2129" y="1040"/>
                    <a:pt x="2129" y="1438"/>
                  </a:cubicBezTo>
                  <a:cubicBezTo>
                    <a:pt x="2125" y="1832"/>
                    <a:pt x="1809" y="2148"/>
                    <a:pt x="1420" y="2148"/>
                  </a:cubicBezTo>
                  <a:cubicBezTo>
                    <a:pt x="1031" y="2148"/>
                    <a:pt x="710" y="1827"/>
                    <a:pt x="710" y="1438"/>
                  </a:cubicBezTo>
                  <a:cubicBezTo>
                    <a:pt x="710" y="1044"/>
                    <a:pt x="1035" y="705"/>
                    <a:pt x="1420" y="705"/>
                  </a:cubicBezTo>
                  <a:close/>
                  <a:moveTo>
                    <a:pt x="1420" y="0"/>
                  </a:moveTo>
                  <a:cubicBezTo>
                    <a:pt x="1040" y="0"/>
                    <a:pt x="683" y="156"/>
                    <a:pt x="412" y="431"/>
                  </a:cubicBezTo>
                  <a:cubicBezTo>
                    <a:pt x="147" y="705"/>
                    <a:pt x="0" y="1058"/>
                    <a:pt x="0" y="1443"/>
                  </a:cubicBezTo>
                  <a:cubicBezTo>
                    <a:pt x="0" y="2225"/>
                    <a:pt x="637" y="2862"/>
                    <a:pt x="1420" y="2862"/>
                  </a:cubicBezTo>
                  <a:cubicBezTo>
                    <a:pt x="2203" y="2862"/>
                    <a:pt x="2839" y="2225"/>
                    <a:pt x="2839" y="1443"/>
                  </a:cubicBezTo>
                  <a:cubicBezTo>
                    <a:pt x="2839" y="1063"/>
                    <a:pt x="2688" y="705"/>
                    <a:pt x="2427" y="431"/>
                  </a:cubicBezTo>
                  <a:cubicBezTo>
                    <a:pt x="2152" y="151"/>
                    <a:pt x="1795" y="0"/>
                    <a:pt x="14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5"/>
            <p:cNvSpPr/>
            <p:nvPr/>
          </p:nvSpPr>
          <p:spPr>
            <a:xfrm>
              <a:off x="7371586" y="1349093"/>
              <a:ext cx="82048" cy="82683"/>
            </a:xfrm>
            <a:custGeom>
              <a:rect b="b" l="l" r="r" t="t"/>
              <a:pathLst>
                <a:path extrusionOk="0" h="2862" w="2840">
                  <a:moveTo>
                    <a:pt x="1420" y="710"/>
                  </a:moveTo>
                  <a:cubicBezTo>
                    <a:pt x="1805" y="710"/>
                    <a:pt x="2130" y="1049"/>
                    <a:pt x="2130" y="1443"/>
                  </a:cubicBezTo>
                  <a:cubicBezTo>
                    <a:pt x="2130" y="1832"/>
                    <a:pt x="1809" y="2152"/>
                    <a:pt x="1420" y="2152"/>
                  </a:cubicBezTo>
                  <a:cubicBezTo>
                    <a:pt x="1031" y="2148"/>
                    <a:pt x="711" y="1832"/>
                    <a:pt x="711" y="1443"/>
                  </a:cubicBezTo>
                  <a:cubicBezTo>
                    <a:pt x="711" y="1049"/>
                    <a:pt x="1040" y="710"/>
                    <a:pt x="1420" y="710"/>
                  </a:cubicBezTo>
                  <a:close/>
                  <a:moveTo>
                    <a:pt x="1420" y="0"/>
                  </a:moveTo>
                  <a:cubicBezTo>
                    <a:pt x="1045" y="0"/>
                    <a:pt x="683" y="156"/>
                    <a:pt x="413" y="431"/>
                  </a:cubicBezTo>
                  <a:cubicBezTo>
                    <a:pt x="152" y="705"/>
                    <a:pt x="1" y="1058"/>
                    <a:pt x="1" y="1443"/>
                  </a:cubicBezTo>
                  <a:cubicBezTo>
                    <a:pt x="1" y="2225"/>
                    <a:pt x="637" y="2862"/>
                    <a:pt x="1420" y="2862"/>
                  </a:cubicBezTo>
                  <a:cubicBezTo>
                    <a:pt x="2208" y="2857"/>
                    <a:pt x="2840" y="2221"/>
                    <a:pt x="2840" y="1443"/>
                  </a:cubicBezTo>
                  <a:cubicBezTo>
                    <a:pt x="2840" y="1063"/>
                    <a:pt x="2693" y="705"/>
                    <a:pt x="2427" y="431"/>
                  </a:cubicBezTo>
                  <a:cubicBezTo>
                    <a:pt x="2162" y="151"/>
                    <a:pt x="1800" y="0"/>
                    <a:pt x="14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46"/>
          <p:cNvSpPr txBox="1"/>
          <p:nvPr>
            <p:ph type="title"/>
          </p:nvPr>
        </p:nvSpPr>
        <p:spPr>
          <a:xfrm>
            <a:off x="943575" y="1497450"/>
            <a:ext cx="326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87" name="Google Shape;1087;p46"/>
          <p:cNvSpPr txBox="1"/>
          <p:nvPr>
            <p:ph idx="1" type="subTitle"/>
          </p:nvPr>
        </p:nvSpPr>
        <p:spPr>
          <a:xfrm>
            <a:off x="943575" y="2115875"/>
            <a:ext cx="4702200" cy="15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This project demonstrates that AI can be responsibly integrated into mental health assessment when it is explicitly designed as a human in the loop decision support system, with carefully defined boundaries between automated analysis and human judgment</a:t>
            </a:r>
            <a:endParaRPr sz="1700"/>
          </a:p>
        </p:txBody>
      </p:sp>
      <p:grpSp>
        <p:nvGrpSpPr>
          <p:cNvPr id="1088" name="Google Shape;1088;p46"/>
          <p:cNvGrpSpPr/>
          <p:nvPr/>
        </p:nvGrpSpPr>
        <p:grpSpPr>
          <a:xfrm>
            <a:off x="6026712" y="1369926"/>
            <a:ext cx="2963713" cy="3924349"/>
            <a:chOff x="5319887" y="1228576"/>
            <a:chExt cx="2963713" cy="3924349"/>
          </a:xfrm>
        </p:grpSpPr>
        <p:sp>
          <p:nvSpPr>
            <p:cNvPr id="1089" name="Google Shape;1089;p46"/>
            <p:cNvSpPr/>
            <p:nvPr/>
          </p:nvSpPr>
          <p:spPr>
            <a:xfrm flipH="1">
              <a:off x="6021894" y="3574336"/>
              <a:ext cx="1167777" cy="1188271"/>
            </a:xfrm>
            <a:custGeom>
              <a:rect b="b" l="l" r="r" t="t"/>
              <a:pathLst>
                <a:path extrusionOk="0" h="17858" w="17550">
                  <a:moveTo>
                    <a:pt x="15098" y="1"/>
                  </a:moveTo>
                  <a:cubicBezTo>
                    <a:pt x="13249" y="4509"/>
                    <a:pt x="10152" y="10633"/>
                    <a:pt x="10152" y="10633"/>
                  </a:cubicBezTo>
                  <a:lnTo>
                    <a:pt x="3410" y="4183"/>
                  </a:lnTo>
                  <a:cubicBezTo>
                    <a:pt x="3410" y="4183"/>
                    <a:pt x="580" y="7188"/>
                    <a:pt x="244" y="9366"/>
                  </a:cubicBezTo>
                  <a:cubicBezTo>
                    <a:pt x="1" y="10955"/>
                    <a:pt x="310" y="13641"/>
                    <a:pt x="310" y="13641"/>
                  </a:cubicBezTo>
                  <a:cubicBezTo>
                    <a:pt x="310" y="13641"/>
                    <a:pt x="7986" y="17858"/>
                    <a:pt x="11014" y="17858"/>
                  </a:cubicBezTo>
                  <a:cubicBezTo>
                    <a:pt x="11322" y="17858"/>
                    <a:pt x="11582" y="17814"/>
                    <a:pt x="11781" y="17718"/>
                  </a:cubicBezTo>
                  <a:cubicBezTo>
                    <a:pt x="14039" y="16619"/>
                    <a:pt x="17550" y="975"/>
                    <a:pt x="17550" y="975"/>
                  </a:cubicBezTo>
                  <a:lnTo>
                    <a:pt x="15098" y="1"/>
                  </a:lnTo>
                  <a:close/>
                </a:path>
              </a:pathLst>
            </a:custGeom>
            <a:solidFill>
              <a:srgbClr val="FF70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6"/>
            <p:cNvSpPr/>
            <p:nvPr/>
          </p:nvSpPr>
          <p:spPr>
            <a:xfrm flipH="1">
              <a:off x="5319887" y="3337251"/>
              <a:ext cx="865153" cy="375552"/>
            </a:xfrm>
            <a:custGeom>
              <a:rect b="b" l="l" r="r" t="t"/>
              <a:pathLst>
                <a:path extrusionOk="0" h="5644" w="13002">
                  <a:moveTo>
                    <a:pt x="7407" y="0"/>
                  </a:moveTo>
                  <a:cubicBezTo>
                    <a:pt x="6165" y="0"/>
                    <a:pt x="1264" y="408"/>
                    <a:pt x="0" y="3560"/>
                  </a:cubicBezTo>
                  <a:lnTo>
                    <a:pt x="945" y="5643"/>
                  </a:lnTo>
                  <a:cubicBezTo>
                    <a:pt x="945" y="5643"/>
                    <a:pt x="958" y="5644"/>
                    <a:pt x="983" y="5644"/>
                  </a:cubicBezTo>
                  <a:cubicBezTo>
                    <a:pt x="1328" y="5644"/>
                    <a:pt x="3949" y="5604"/>
                    <a:pt x="7240" y="4442"/>
                  </a:cubicBezTo>
                  <a:cubicBezTo>
                    <a:pt x="10771" y="3202"/>
                    <a:pt x="13002" y="740"/>
                    <a:pt x="12920" y="263"/>
                  </a:cubicBezTo>
                  <a:cubicBezTo>
                    <a:pt x="12890" y="96"/>
                    <a:pt x="12770" y="42"/>
                    <a:pt x="12627" y="42"/>
                  </a:cubicBezTo>
                  <a:cubicBezTo>
                    <a:pt x="12367" y="42"/>
                    <a:pt x="12031" y="220"/>
                    <a:pt x="12031" y="220"/>
                  </a:cubicBezTo>
                  <a:cubicBezTo>
                    <a:pt x="12031" y="220"/>
                    <a:pt x="11821" y="89"/>
                    <a:pt x="11446" y="89"/>
                  </a:cubicBezTo>
                  <a:cubicBezTo>
                    <a:pt x="11294" y="89"/>
                    <a:pt x="11115" y="110"/>
                    <a:pt x="10912" y="171"/>
                  </a:cubicBezTo>
                  <a:cubicBezTo>
                    <a:pt x="10208" y="378"/>
                    <a:pt x="8793" y="1398"/>
                    <a:pt x="6852" y="2112"/>
                  </a:cubicBezTo>
                  <a:cubicBezTo>
                    <a:pt x="5427" y="2632"/>
                    <a:pt x="4695" y="2701"/>
                    <a:pt x="4406" y="2701"/>
                  </a:cubicBezTo>
                  <a:cubicBezTo>
                    <a:pt x="4302" y="2701"/>
                    <a:pt x="4255" y="2692"/>
                    <a:pt x="4255" y="2692"/>
                  </a:cubicBezTo>
                  <a:cubicBezTo>
                    <a:pt x="4255" y="2692"/>
                    <a:pt x="5423" y="1425"/>
                    <a:pt x="5749" y="1310"/>
                  </a:cubicBezTo>
                  <a:cubicBezTo>
                    <a:pt x="6075" y="1191"/>
                    <a:pt x="6868" y="928"/>
                    <a:pt x="7276" y="750"/>
                  </a:cubicBezTo>
                  <a:cubicBezTo>
                    <a:pt x="7789" y="533"/>
                    <a:pt x="7855" y="95"/>
                    <a:pt x="7691" y="16"/>
                  </a:cubicBezTo>
                  <a:cubicBezTo>
                    <a:pt x="7671" y="7"/>
                    <a:pt x="7571" y="0"/>
                    <a:pt x="7407" y="0"/>
                  </a:cubicBezTo>
                  <a:close/>
                </a:path>
              </a:pathLst>
            </a:custGeom>
            <a:solidFill>
              <a:srgbClr val="FF70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6"/>
            <p:cNvSpPr/>
            <p:nvPr/>
          </p:nvSpPr>
          <p:spPr>
            <a:xfrm flipH="1">
              <a:off x="5383561" y="3351225"/>
              <a:ext cx="335761" cy="219715"/>
            </a:xfrm>
            <a:custGeom>
              <a:rect b="b" l="l" r="r" t="t"/>
              <a:pathLst>
                <a:path extrusionOk="0" h="3302" w="5046">
                  <a:moveTo>
                    <a:pt x="5045" y="0"/>
                  </a:moveTo>
                  <a:lnTo>
                    <a:pt x="5045" y="0"/>
                  </a:lnTo>
                  <a:cubicBezTo>
                    <a:pt x="4989" y="119"/>
                    <a:pt x="4933" y="234"/>
                    <a:pt x="4868" y="339"/>
                  </a:cubicBezTo>
                  <a:cubicBezTo>
                    <a:pt x="4798" y="445"/>
                    <a:pt x="4719" y="547"/>
                    <a:pt x="4637" y="645"/>
                  </a:cubicBezTo>
                  <a:cubicBezTo>
                    <a:pt x="4473" y="843"/>
                    <a:pt x="4282" y="1021"/>
                    <a:pt x="4084" y="1182"/>
                  </a:cubicBezTo>
                  <a:cubicBezTo>
                    <a:pt x="3887" y="1346"/>
                    <a:pt x="3680" y="1494"/>
                    <a:pt x="3469" y="1643"/>
                  </a:cubicBezTo>
                  <a:cubicBezTo>
                    <a:pt x="3258" y="1791"/>
                    <a:pt x="3041" y="1926"/>
                    <a:pt x="2817" y="2057"/>
                  </a:cubicBezTo>
                  <a:cubicBezTo>
                    <a:pt x="2597" y="2189"/>
                    <a:pt x="2370" y="2314"/>
                    <a:pt x="2143" y="2432"/>
                  </a:cubicBezTo>
                  <a:cubicBezTo>
                    <a:pt x="1919" y="2551"/>
                    <a:pt x="1682" y="2659"/>
                    <a:pt x="1449" y="2765"/>
                  </a:cubicBezTo>
                  <a:cubicBezTo>
                    <a:pt x="975" y="2972"/>
                    <a:pt x="494" y="3146"/>
                    <a:pt x="1" y="3301"/>
                  </a:cubicBezTo>
                  <a:cubicBezTo>
                    <a:pt x="251" y="3239"/>
                    <a:pt x="498" y="3163"/>
                    <a:pt x="744" y="3087"/>
                  </a:cubicBezTo>
                  <a:cubicBezTo>
                    <a:pt x="988" y="3005"/>
                    <a:pt x="1231" y="2913"/>
                    <a:pt x="1468" y="2814"/>
                  </a:cubicBezTo>
                  <a:cubicBezTo>
                    <a:pt x="1945" y="2613"/>
                    <a:pt x="2406" y="2380"/>
                    <a:pt x="2850" y="2116"/>
                  </a:cubicBezTo>
                  <a:cubicBezTo>
                    <a:pt x="3074" y="1978"/>
                    <a:pt x="3291" y="1840"/>
                    <a:pt x="3502" y="1692"/>
                  </a:cubicBezTo>
                  <a:cubicBezTo>
                    <a:pt x="3713" y="1544"/>
                    <a:pt x="3920" y="1392"/>
                    <a:pt x="4117" y="1221"/>
                  </a:cubicBezTo>
                  <a:cubicBezTo>
                    <a:pt x="4315" y="1057"/>
                    <a:pt x="4499" y="873"/>
                    <a:pt x="4660" y="672"/>
                  </a:cubicBezTo>
                  <a:cubicBezTo>
                    <a:pt x="4821" y="471"/>
                    <a:pt x="4956" y="244"/>
                    <a:pt x="5045" y="0"/>
                  </a:cubicBezTo>
                  <a:close/>
                </a:path>
              </a:pathLst>
            </a:custGeom>
            <a:solidFill>
              <a:srgbClr val="180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6"/>
            <p:cNvSpPr/>
            <p:nvPr/>
          </p:nvSpPr>
          <p:spPr>
            <a:xfrm flipH="1">
              <a:off x="6784311" y="3344903"/>
              <a:ext cx="505837" cy="863822"/>
            </a:xfrm>
            <a:custGeom>
              <a:rect b="b" l="l" r="r" t="t"/>
              <a:pathLst>
                <a:path extrusionOk="0" h="12982" w="7602">
                  <a:moveTo>
                    <a:pt x="0" y="0"/>
                  </a:moveTo>
                  <a:lnTo>
                    <a:pt x="3962" y="12982"/>
                  </a:lnTo>
                  <a:lnTo>
                    <a:pt x="7602" y="9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6"/>
            <p:cNvSpPr/>
            <p:nvPr/>
          </p:nvSpPr>
          <p:spPr>
            <a:xfrm flipH="1">
              <a:off x="6823035" y="3881754"/>
              <a:ext cx="257111" cy="251255"/>
            </a:xfrm>
            <a:custGeom>
              <a:rect b="b" l="l" r="r" t="t"/>
              <a:pathLst>
                <a:path extrusionOk="0" h="3776" w="3864">
                  <a:moveTo>
                    <a:pt x="3366" y="1"/>
                  </a:moveTo>
                  <a:cubicBezTo>
                    <a:pt x="2103" y="962"/>
                    <a:pt x="991" y="2057"/>
                    <a:pt x="0" y="3295"/>
                  </a:cubicBezTo>
                  <a:lnTo>
                    <a:pt x="602" y="3775"/>
                  </a:lnTo>
                  <a:cubicBezTo>
                    <a:pt x="1557" y="2587"/>
                    <a:pt x="2652" y="1514"/>
                    <a:pt x="3863" y="593"/>
                  </a:cubicBezTo>
                  <a:lnTo>
                    <a:pt x="33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6"/>
            <p:cNvSpPr/>
            <p:nvPr/>
          </p:nvSpPr>
          <p:spPr>
            <a:xfrm flipH="1">
              <a:off x="5397607" y="3224132"/>
              <a:ext cx="904345" cy="405961"/>
            </a:xfrm>
            <a:custGeom>
              <a:rect b="b" l="l" r="r" t="t"/>
              <a:pathLst>
                <a:path extrusionOk="0" h="6101" w="13591">
                  <a:moveTo>
                    <a:pt x="7053" y="1"/>
                  </a:moveTo>
                  <a:cubicBezTo>
                    <a:pt x="4366" y="1"/>
                    <a:pt x="1696" y="265"/>
                    <a:pt x="1119" y="887"/>
                  </a:cubicBezTo>
                  <a:cubicBezTo>
                    <a:pt x="0" y="2101"/>
                    <a:pt x="1349" y="5099"/>
                    <a:pt x="3139" y="5994"/>
                  </a:cubicBezTo>
                  <a:cubicBezTo>
                    <a:pt x="3284" y="6067"/>
                    <a:pt x="3473" y="6100"/>
                    <a:pt x="3700" y="6100"/>
                  </a:cubicBezTo>
                  <a:cubicBezTo>
                    <a:pt x="6273" y="6100"/>
                    <a:pt x="13591" y="1748"/>
                    <a:pt x="13219" y="841"/>
                  </a:cubicBezTo>
                  <a:cubicBezTo>
                    <a:pt x="13008" y="323"/>
                    <a:pt x="10020" y="1"/>
                    <a:pt x="70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6"/>
            <p:cNvSpPr/>
            <p:nvPr/>
          </p:nvSpPr>
          <p:spPr>
            <a:xfrm flipH="1">
              <a:off x="5469004" y="3043607"/>
              <a:ext cx="787634" cy="270552"/>
            </a:xfrm>
            <a:custGeom>
              <a:rect b="b" l="l" r="r" t="t"/>
              <a:pathLst>
                <a:path extrusionOk="0" h="4066" w="11837">
                  <a:moveTo>
                    <a:pt x="9739" y="0"/>
                  </a:moveTo>
                  <a:cubicBezTo>
                    <a:pt x="6947" y="0"/>
                    <a:pt x="1387" y="704"/>
                    <a:pt x="783" y="1389"/>
                  </a:cubicBezTo>
                  <a:cubicBezTo>
                    <a:pt x="0" y="2284"/>
                    <a:pt x="2179" y="4031"/>
                    <a:pt x="2853" y="4064"/>
                  </a:cubicBezTo>
                  <a:cubicBezTo>
                    <a:pt x="2869" y="4065"/>
                    <a:pt x="2889" y="4065"/>
                    <a:pt x="2913" y="4065"/>
                  </a:cubicBezTo>
                  <a:cubicBezTo>
                    <a:pt x="3788" y="4065"/>
                    <a:pt x="9716" y="3479"/>
                    <a:pt x="10376" y="3031"/>
                  </a:cubicBezTo>
                  <a:cubicBezTo>
                    <a:pt x="11054" y="2567"/>
                    <a:pt x="11837" y="856"/>
                    <a:pt x="11301" y="214"/>
                  </a:cubicBezTo>
                  <a:cubicBezTo>
                    <a:pt x="11177" y="65"/>
                    <a:pt x="10585" y="0"/>
                    <a:pt x="9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6"/>
            <p:cNvSpPr/>
            <p:nvPr/>
          </p:nvSpPr>
          <p:spPr>
            <a:xfrm flipH="1">
              <a:off x="5504136" y="2866742"/>
              <a:ext cx="691883" cy="267624"/>
            </a:xfrm>
            <a:custGeom>
              <a:rect b="b" l="l" r="r" t="t"/>
              <a:pathLst>
                <a:path extrusionOk="0" h="4022" w="10398">
                  <a:moveTo>
                    <a:pt x="7012" y="0"/>
                  </a:moveTo>
                  <a:cubicBezTo>
                    <a:pt x="4624" y="0"/>
                    <a:pt x="1282" y="456"/>
                    <a:pt x="777" y="1105"/>
                  </a:cubicBezTo>
                  <a:cubicBezTo>
                    <a:pt x="1" y="2095"/>
                    <a:pt x="3772" y="3984"/>
                    <a:pt x="5101" y="4020"/>
                  </a:cubicBezTo>
                  <a:cubicBezTo>
                    <a:pt x="5118" y="4021"/>
                    <a:pt x="5134" y="4021"/>
                    <a:pt x="5151" y="4021"/>
                  </a:cubicBezTo>
                  <a:cubicBezTo>
                    <a:pt x="6524" y="4021"/>
                    <a:pt x="10398" y="2452"/>
                    <a:pt x="9448" y="437"/>
                  </a:cubicBezTo>
                  <a:cubicBezTo>
                    <a:pt x="9305" y="132"/>
                    <a:pt x="8296" y="0"/>
                    <a:pt x="70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6"/>
            <p:cNvSpPr/>
            <p:nvPr/>
          </p:nvSpPr>
          <p:spPr>
            <a:xfrm flipH="1">
              <a:off x="5585181" y="2683821"/>
              <a:ext cx="503841" cy="214259"/>
            </a:xfrm>
            <a:custGeom>
              <a:rect b="b" l="l" r="r" t="t"/>
              <a:pathLst>
                <a:path extrusionOk="0" h="3220" w="7572">
                  <a:moveTo>
                    <a:pt x="5722" y="1"/>
                  </a:moveTo>
                  <a:cubicBezTo>
                    <a:pt x="5668" y="1"/>
                    <a:pt x="5612" y="3"/>
                    <a:pt x="5553" y="7"/>
                  </a:cubicBezTo>
                  <a:cubicBezTo>
                    <a:pt x="3503" y="162"/>
                    <a:pt x="193" y="1083"/>
                    <a:pt x="74" y="2218"/>
                  </a:cubicBezTo>
                  <a:cubicBezTo>
                    <a:pt x="0" y="2924"/>
                    <a:pt x="2201" y="3219"/>
                    <a:pt x="4044" y="3219"/>
                  </a:cubicBezTo>
                  <a:cubicBezTo>
                    <a:pt x="5149" y="3219"/>
                    <a:pt x="6127" y="3113"/>
                    <a:pt x="6409" y="2926"/>
                  </a:cubicBezTo>
                  <a:cubicBezTo>
                    <a:pt x="7141" y="2443"/>
                    <a:pt x="7572" y="1"/>
                    <a:pt x="5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6"/>
            <p:cNvSpPr/>
            <p:nvPr/>
          </p:nvSpPr>
          <p:spPr>
            <a:xfrm flipH="1">
              <a:off x="5686188" y="2615950"/>
              <a:ext cx="327310" cy="135209"/>
            </a:xfrm>
            <a:custGeom>
              <a:rect b="b" l="l" r="r" t="t"/>
              <a:pathLst>
                <a:path extrusionOk="0" h="2032" w="4919">
                  <a:moveTo>
                    <a:pt x="2843" y="0"/>
                  </a:moveTo>
                  <a:cubicBezTo>
                    <a:pt x="1794" y="0"/>
                    <a:pt x="639" y="236"/>
                    <a:pt x="321" y="816"/>
                  </a:cubicBezTo>
                  <a:cubicBezTo>
                    <a:pt x="0" y="1404"/>
                    <a:pt x="1968" y="2032"/>
                    <a:pt x="2990" y="2032"/>
                  </a:cubicBezTo>
                  <a:cubicBezTo>
                    <a:pt x="3016" y="2032"/>
                    <a:pt x="3041" y="2032"/>
                    <a:pt x="3066" y="2031"/>
                  </a:cubicBezTo>
                  <a:cubicBezTo>
                    <a:pt x="4060" y="1998"/>
                    <a:pt x="4919" y="1139"/>
                    <a:pt x="4738" y="497"/>
                  </a:cubicBezTo>
                  <a:cubicBezTo>
                    <a:pt x="4655" y="193"/>
                    <a:pt x="3792" y="0"/>
                    <a:pt x="2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6"/>
            <p:cNvSpPr/>
            <p:nvPr/>
          </p:nvSpPr>
          <p:spPr>
            <a:xfrm flipH="1">
              <a:off x="5721387" y="2527317"/>
              <a:ext cx="230228" cy="104801"/>
            </a:xfrm>
            <a:custGeom>
              <a:rect b="b" l="l" r="r" t="t"/>
              <a:pathLst>
                <a:path extrusionOk="0" h="1575" w="3460">
                  <a:moveTo>
                    <a:pt x="2282" y="1"/>
                  </a:moveTo>
                  <a:cubicBezTo>
                    <a:pt x="2202" y="1"/>
                    <a:pt x="2121" y="8"/>
                    <a:pt x="2040" y="23"/>
                  </a:cubicBezTo>
                  <a:cubicBezTo>
                    <a:pt x="1340" y="151"/>
                    <a:pt x="0" y="918"/>
                    <a:pt x="319" y="1286"/>
                  </a:cubicBezTo>
                  <a:cubicBezTo>
                    <a:pt x="500" y="1493"/>
                    <a:pt x="860" y="1575"/>
                    <a:pt x="1274" y="1575"/>
                  </a:cubicBezTo>
                  <a:cubicBezTo>
                    <a:pt x="2210" y="1575"/>
                    <a:pt x="3418" y="1158"/>
                    <a:pt x="3439" y="829"/>
                  </a:cubicBezTo>
                  <a:cubicBezTo>
                    <a:pt x="3459" y="410"/>
                    <a:pt x="2895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6"/>
            <p:cNvSpPr/>
            <p:nvPr/>
          </p:nvSpPr>
          <p:spPr>
            <a:xfrm flipH="1">
              <a:off x="6939758" y="3065698"/>
              <a:ext cx="1343842" cy="2087227"/>
            </a:xfrm>
            <a:custGeom>
              <a:rect b="b" l="l" r="r" t="t"/>
              <a:pathLst>
                <a:path extrusionOk="0" h="31368" w="20196">
                  <a:moveTo>
                    <a:pt x="7177" y="0"/>
                  </a:moveTo>
                  <a:cubicBezTo>
                    <a:pt x="5802" y="1590"/>
                    <a:pt x="3380" y="3535"/>
                    <a:pt x="1873" y="7530"/>
                  </a:cubicBezTo>
                  <a:cubicBezTo>
                    <a:pt x="0" y="12479"/>
                    <a:pt x="2590" y="22673"/>
                    <a:pt x="2590" y="24009"/>
                  </a:cubicBezTo>
                  <a:cubicBezTo>
                    <a:pt x="2590" y="25348"/>
                    <a:pt x="1521" y="31367"/>
                    <a:pt x="1521" y="31367"/>
                  </a:cubicBezTo>
                  <a:lnTo>
                    <a:pt x="20195" y="31367"/>
                  </a:lnTo>
                  <a:cubicBezTo>
                    <a:pt x="20195" y="31367"/>
                    <a:pt x="19596" y="23512"/>
                    <a:pt x="18859" y="17563"/>
                  </a:cubicBezTo>
                  <a:cubicBezTo>
                    <a:pt x="18349" y="13420"/>
                    <a:pt x="16223" y="7576"/>
                    <a:pt x="14930" y="4196"/>
                  </a:cubicBezTo>
                  <a:cubicBezTo>
                    <a:pt x="13354" y="4176"/>
                    <a:pt x="11771" y="3890"/>
                    <a:pt x="10369" y="3183"/>
                  </a:cubicBezTo>
                  <a:cubicBezTo>
                    <a:pt x="9004" y="2495"/>
                    <a:pt x="7819" y="1379"/>
                    <a:pt x="7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6"/>
            <p:cNvSpPr/>
            <p:nvPr/>
          </p:nvSpPr>
          <p:spPr>
            <a:xfrm flipH="1">
              <a:off x="7290353" y="3022780"/>
              <a:ext cx="515685" cy="322187"/>
            </a:xfrm>
            <a:custGeom>
              <a:rect b="b" l="l" r="r" t="t"/>
              <a:pathLst>
                <a:path extrusionOk="0" h="4842" w="7750">
                  <a:moveTo>
                    <a:pt x="507" y="0"/>
                  </a:moveTo>
                  <a:cubicBezTo>
                    <a:pt x="362" y="214"/>
                    <a:pt x="191" y="428"/>
                    <a:pt x="0" y="652"/>
                  </a:cubicBezTo>
                  <a:cubicBezTo>
                    <a:pt x="642" y="2028"/>
                    <a:pt x="1823" y="3140"/>
                    <a:pt x="3189" y="3824"/>
                  </a:cubicBezTo>
                  <a:cubicBezTo>
                    <a:pt x="4591" y="4532"/>
                    <a:pt x="6174" y="4821"/>
                    <a:pt x="7750" y="4841"/>
                  </a:cubicBezTo>
                  <a:cubicBezTo>
                    <a:pt x="7615" y="4489"/>
                    <a:pt x="7490" y="4163"/>
                    <a:pt x="7375" y="3867"/>
                  </a:cubicBezTo>
                  <a:cubicBezTo>
                    <a:pt x="6049" y="3778"/>
                    <a:pt x="4736" y="3475"/>
                    <a:pt x="3548" y="2880"/>
                  </a:cubicBezTo>
                  <a:cubicBezTo>
                    <a:pt x="2284" y="2241"/>
                    <a:pt x="1172" y="1238"/>
                    <a:pt x="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6"/>
            <p:cNvSpPr/>
            <p:nvPr/>
          </p:nvSpPr>
          <p:spPr>
            <a:xfrm flipH="1">
              <a:off x="6648774" y="2017948"/>
              <a:ext cx="1123528" cy="1262397"/>
            </a:xfrm>
            <a:custGeom>
              <a:rect b="b" l="l" r="r" t="t"/>
              <a:pathLst>
                <a:path extrusionOk="0" h="18972" w="16885">
                  <a:moveTo>
                    <a:pt x="5420" y="1"/>
                  </a:moveTo>
                  <a:cubicBezTo>
                    <a:pt x="5420" y="1"/>
                    <a:pt x="1208" y="12778"/>
                    <a:pt x="270" y="14651"/>
                  </a:cubicBezTo>
                  <a:cubicBezTo>
                    <a:pt x="198" y="14802"/>
                    <a:pt x="102" y="14950"/>
                    <a:pt x="0" y="15101"/>
                  </a:cubicBezTo>
                  <a:cubicBezTo>
                    <a:pt x="665" y="16345"/>
                    <a:pt x="1777" y="17349"/>
                    <a:pt x="3044" y="17984"/>
                  </a:cubicBezTo>
                  <a:cubicBezTo>
                    <a:pt x="4229" y="18583"/>
                    <a:pt x="5545" y="18882"/>
                    <a:pt x="6874" y="18971"/>
                  </a:cubicBezTo>
                  <a:cubicBezTo>
                    <a:pt x="6509" y="18033"/>
                    <a:pt x="6269" y="17418"/>
                    <a:pt x="6236" y="17277"/>
                  </a:cubicBezTo>
                  <a:cubicBezTo>
                    <a:pt x="6104" y="16678"/>
                    <a:pt x="6634" y="14950"/>
                    <a:pt x="6634" y="14950"/>
                  </a:cubicBezTo>
                  <a:cubicBezTo>
                    <a:pt x="6634" y="14950"/>
                    <a:pt x="7550" y="15652"/>
                    <a:pt x="8994" y="15652"/>
                  </a:cubicBezTo>
                  <a:cubicBezTo>
                    <a:pt x="9436" y="15652"/>
                    <a:pt x="9928" y="15586"/>
                    <a:pt x="10458" y="15414"/>
                  </a:cubicBezTo>
                  <a:cubicBezTo>
                    <a:pt x="12722" y="14684"/>
                    <a:pt x="13755" y="11255"/>
                    <a:pt x="13755" y="11255"/>
                  </a:cubicBezTo>
                  <a:cubicBezTo>
                    <a:pt x="13755" y="11255"/>
                    <a:pt x="15651" y="11222"/>
                    <a:pt x="16049" y="10323"/>
                  </a:cubicBezTo>
                  <a:cubicBezTo>
                    <a:pt x="16454" y="9422"/>
                    <a:pt x="15519" y="8023"/>
                    <a:pt x="15654" y="7362"/>
                  </a:cubicBezTo>
                  <a:cubicBezTo>
                    <a:pt x="15786" y="6694"/>
                    <a:pt x="16885" y="2235"/>
                    <a:pt x="16885" y="2235"/>
                  </a:cubicBezTo>
                  <a:lnTo>
                    <a:pt x="14854" y="603"/>
                  </a:lnTo>
                  <a:lnTo>
                    <a:pt x="5420" y="1"/>
                  </a:ln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6"/>
            <p:cNvSpPr/>
            <p:nvPr/>
          </p:nvSpPr>
          <p:spPr>
            <a:xfrm flipH="1">
              <a:off x="6798546" y="2431366"/>
              <a:ext cx="101873" cy="101873"/>
            </a:xfrm>
            <a:custGeom>
              <a:rect b="b" l="l" r="r" t="t"/>
              <a:pathLst>
                <a:path extrusionOk="0" h="1531" w="1531">
                  <a:moveTo>
                    <a:pt x="767" y="0"/>
                  </a:moveTo>
                  <a:cubicBezTo>
                    <a:pt x="343" y="0"/>
                    <a:pt x="1" y="343"/>
                    <a:pt x="1" y="764"/>
                  </a:cubicBezTo>
                  <a:cubicBezTo>
                    <a:pt x="1" y="1188"/>
                    <a:pt x="343" y="1531"/>
                    <a:pt x="767" y="1531"/>
                  </a:cubicBezTo>
                  <a:cubicBezTo>
                    <a:pt x="1189" y="1531"/>
                    <a:pt x="1531" y="1188"/>
                    <a:pt x="1531" y="764"/>
                  </a:cubicBezTo>
                  <a:cubicBezTo>
                    <a:pt x="1531" y="343"/>
                    <a:pt x="1189" y="0"/>
                    <a:pt x="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6"/>
            <p:cNvSpPr/>
            <p:nvPr/>
          </p:nvSpPr>
          <p:spPr>
            <a:xfrm flipH="1">
              <a:off x="6727549" y="2310195"/>
              <a:ext cx="234820" cy="105266"/>
            </a:xfrm>
            <a:custGeom>
              <a:rect b="b" l="l" r="r" t="t"/>
              <a:pathLst>
                <a:path extrusionOk="0" h="1582" w="3529">
                  <a:moveTo>
                    <a:pt x="2300" y="0"/>
                  </a:moveTo>
                  <a:cubicBezTo>
                    <a:pt x="2217" y="0"/>
                    <a:pt x="2133" y="6"/>
                    <a:pt x="2051" y="18"/>
                  </a:cubicBezTo>
                  <a:cubicBezTo>
                    <a:pt x="1870" y="48"/>
                    <a:pt x="1698" y="97"/>
                    <a:pt x="1531" y="163"/>
                  </a:cubicBezTo>
                  <a:cubicBezTo>
                    <a:pt x="1366" y="229"/>
                    <a:pt x="1205" y="311"/>
                    <a:pt x="1057" y="410"/>
                  </a:cubicBezTo>
                  <a:cubicBezTo>
                    <a:pt x="909" y="508"/>
                    <a:pt x="767" y="620"/>
                    <a:pt x="642" y="742"/>
                  </a:cubicBezTo>
                  <a:cubicBezTo>
                    <a:pt x="389" y="989"/>
                    <a:pt x="172" y="1269"/>
                    <a:pt x="0" y="1571"/>
                  </a:cubicBezTo>
                  <a:lnTo>
                    <a:pt x="10" y="1581"/>
                  </a:lnTo>
                  <a:cubicBezTo>
                    <a:pt x="211" y="1301"/>
                    <a:pt x="441" y="1045"/>
                    <a:pt x="705" y="824"/>
                  </a:cubicBezTo>
                  <a:cubicBezTo>
                    <a:pt x="836" y="716"/>
                    <a:pt x="978" y="617"/>
                    <a:pt x="1126" y="535"/>
                  </a:cubicBezTo>
                  <a:cubicBezTo>
                    <a:pt x="1274" y="452"/>
                    <a:pt x="1425" y="380"/>
                    <a:pt x="1587" y="327"/>
                  </a:cubicBezTo>
                  <a:cubicBezTo>
                    <a:pt x="1748" y="275"/>
                    <a:pt x="1912" y="245"/>
                    <a:pt x="2077" y="232"/>
                  </a:cubicBezTo>
                  <a:cubicBezTo>
                    <a:pt x="2149" y="228"/>
                    <a:pt x="2220" y="225"/>
                    <a:pt x="2292" y="225"/>
                  </a:cubicBezTo>
                  <a:cubicBezTo>
                    <a:pt x="2385" y="225"/>
                    <a:pt x="2478" y="229"/>
                    <a:pt x="2570" y="239"/>
                  </a:cubicBezTo>
                  <a:lnTo>
                    <a:pt x="2692" y="248"/>
                  </a:lnTo>
                  <a:lnTo>
                    <a:pt x="2817" y="271"/>
                  </a:lnTo>
                  <a:cubicBezTo>
                    <a:pt x="2853" y="278"/>
                    <a:pt x="2893" y="291"/>
                    <a:pt x="2936" y="298"/>
                  </a:cubicBezTo>
                  <a:cubicBezTo>
                    <a:pt x="2975" y="311"/>
                    <a:pt x="3015" y="324"/>
                    <a:pt x="3054" y="337"/>
                  </a:cubicBezTo>
                  <a:cubicBezTo>
                    <a:pt x="3212" y="390"/>
                    <a:pt x="3367" y="459"/>
                    <a:pt x="3515" y="551"/>
                  </a:cubicBezTo>
                  <a:lnTo>
                    <a:pt x="3528" y="535"/>
                  </a:lnTo>
                  <a:cubicBezTo>
                    <a:pt x="3416" y="393"/>
                    <a:pt x="3271" y="281"/>
                    <a:pt x="3113" y="196"/>
                  </a:cubicBezTo>
                  <a:cubicBezTo>
                    <a:pt x="3071" y="176"/>
                    <a:pt x="3031" y="156"/>
                    <a:pt x="2988" y="140"/>
                  </a:cubicBezTo>
                  <a:cubicBezTo>
                    <a:pt x="2949" y="123"/>
                    <a:pt x="2903" y="107"/>
                    <a:pt x="2860" y="90"/>
                  </a:cubicBezTo>
                  <a:cubicBezTo>
                    <a:pt x="2817" y="77"/>
                    <a:pt x="2774" y="64"/>
                    <a:pt x="2728" y="51"/>
                  </a:cubicBezTo>
                  <a:cubicBezTo>
                    <a:pt x="2686" y="44"/>
                    <a:pt x="2640" y="31"/>
                    <a:pt x="2593" y="25"/>
                  </a:cubicBezTo>
                  <a:cubicBezTo>
                    <a:pt x="2499" y="9"/>
                    <a:pt x="2400" y="0"/>
                    <a:pt x="2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6"/>
            <p:cNvSpPr/>
            <p:nvPr/>
          </p:nvSpPr>
          <p:spPr>
            <a:xfrm flipH="1">
              <a:off x="6914992" y="2721683"/>
              <a:ext cx="66673" cy="161958"/>
            </a:xfrm>
            <a:custGeom>
              <a:rect b="b" l="l" r="r" t="t"/>
              <a:pathLst>
                <a:path extrusionOk="0" h="2434" w="1002">
                  <a:moveTo>
                    <a:pt x="17" y="1"/>
                  </a:moveTo>
                  <a:cubicBezTo>
                    <a:pt x="1" y="870"/>
                    <a:pt x="317" y="1748"/>
                    <a:pt x="899" y="2416"/>
                  </a:cubicBezTo>
                  <a:cubicBezTo>
                    <a:pt x="909" y="2428"/>
                    <a:pt x="923" y="2433"/>
                    <a:pt x="937" y="2433"/>
                  </a:cubicBezTo>
                  <a:cubicBezTo>
                    <a:pt x="951" y="2433"/>
                    <a:pt x="965" y="2428"/>
                    <a:pt x="975" y="2416"/>
                  </a:cubicBezTo>
                  <a:cubicBezTo>
                    <a:pt x="1001" y="2400"/>
                    <a:pt x="1001" y="2364"/>
                    <a:pt x="981" y="2340"/>
                  </a:cubicBezTo>
                  <a:cubicBezTo>
                    <a:pt x="392" y="1722"/>
                    <a:pt x="37" y="870"/>
                    <a:pt x="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6"/>
            <p:cNvSpPr/>
            <p:nvPr/>
          </p:nvSpPr>
          <p:spPr>
            <a:xfrm flipH="1">
              <a:off x="7328211" y="2716426"/>
              <a:ext cx="177861" cy="386331"/>
            </a:xfrm>
            <a:custGeom>
              <a:rect b="b" l="l" r="r" t="t"/>
              <a:pathLst>
                <a:path extrusionOk="0" h="5806" w="2673">
                  <a:moveTo>
                    <a:pt x="1" y="1"/>
                  </a:moveTo>
                  <a:lnTo>
                    <a:pt x="1" y="1"/>
                  </a:lnTo>
                  <a:cubicBezTo>
                    <a:pt x="132" y="1396"/>
                    <a:pt x="494" y="2755"/>
                    <a:pt x="1073" y="4029"/>
                  </a:cubicBezTo>
                  <a:cubicBezTo>
                    <a:pt x="1347" y="4631"/>
                    <a:pt x="1834" y="5342"/>
                    <a:pt x="2301" y="5806"/>
                  </a:cubicBezTo>
                  <a:lnTo>
                    <a:pt x="2673" y="4486"/>
                  </a:lnTo>
                  <a:cubicBezTo>
                    <a:pt x="1337" y="3338"/>
                    <a:pt x="534" y="1679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6"/>
            <p:cNvSpPr/>
            <p:nvPr/>
          </p:nvSpPr>
          <p:spPr>
            <a:xfrm flipH="1">
              <a:off x="7141231" y="4443424"/>
              <a:ext cx="104069" cy="208270"/>
            </a:xfrm>
            <a:custGeom>
              <a:rect b="b" l="l" r="r" t="t"/>
              <a:pathLst>
                <a:path extrusionOk="0" h="3130" w="1564">
                  <a:moveTo>
                    <a:pt x="1564" y="0"/>
                  </a:moveTo>
                  <a:lnTo>
                    <a:pt x="1" y="497"/>
                  </a:lnTo>
                  <a:lnTo>
                    <a:pt x="412" y="3130"/>
                  </a:lnTo>
                  <a:lnTo>
                    <a:pt x="15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6"/>
            <p:cNvSpPr/>
            <p:nvPr/>
          </p:nvSpPr>
          <p:spPr>
            <a:xfrm flipH="1">
              <a:off x="6098083" y="3568879"/>
              <a:ext cx="1167977" cy="1188271"/>
            </a:xfrm>
            <a:custGeom>
              <a:rect b="b" l="l" r="r" t="t"/>
              <a:pathLst>
                <a:path extrusionOk="0" h="17858" w="17553">
                  <a:moveTo>
                    <a:pt x="15101" y="0"/>
                  </a:moveTo>
                  <a:cubicBezTo>
                    <a:pt x="13255" y="4509"/>
                    <a:pt x="10159" y="10633"/>
                    <a:pt x="10159" y="10633"/>
                  </a:cubicBezTo>
                  <a:lnTo>
                    <a:pt x="1718" y="5213"/>
                  </a:lnTo>
                  <a:cubicBezTo>
                    <a:pt x="1718" y="5213"/>
                    <a:pt x="586" y="7187"/>
                    <a:pt x="244" y="9366"/>
                  </a:cubicBezTo>
                  <a:cubicBezTo>
                    <a:pt x="0" y="10955"/>
                    <a:pt x="313" y="13640"/>
                    <a:pt x="313" y="13640"/>
                  </a:cubicBezTo>
                  <a:cubicBezTo>
                    <a:pt x="313" y="13640"/>
                    <a:pt x="7991" y="17858"/>
                    <a:pt x="11020" y="17858"/>
                  </a:cubicBezTo>
                  <a:cubicBezTo>
                    <a:pt x="11328" y="17858"/>
                    <a:pt x="11589" y="17814"/>
                    <a:pt x="11787" y="17717"/>
                  </a:cubicBezTo>
                  <a:cubicBezTo>
                    <a:pt x="14045" y="16618"/>
                    <a:pt x="17553" y="974"/>
                    <a:pt x="17553" y="974"/>
                  </a:cubicBezTo>
                  <a:lnTo>
                    <a:pt x="15101" y="0"/>
                  </a:ln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6"/>
            <p:cNvSpPr/>
            <p:nvPr/>
          </p:nvSpPr>
          <p:spPr>
            <a:xfrm flipH="1">
              <a:off x="5396276" y="3331795"/>
              <a:ext cx="865220" cy="375552"/>
            </a:xfrm>
            <a:custGeom>
              <a:rect b="b" l="l" r="r" t="t"/>
              <a:pathLst>
                <a:path extrusionOk="0" h="5644" w="13003">
                  <a:moveTo>
                    <a:pt x="7407" y="0"/>
                  </a:moveTo>
                  <a:cubicBezTo>
                    <a:pt x="6165" y="0"/>
                    <a:pt x="1265" y="407"/>
                    <a:pt x="1" y="3560"/>
                  </a:cubicBezTo>
                  <a:lnTo>
                    <a:pt x="945" y="5643"/>
                  </a:lnTo>
                  <a:cubicBezTo>
                    <a:pt x="945" y="5643"/>
                    <a:pt x="958" y="5643"/>
                    <a:pt x="984" y="5643"/>
                  </a:cubicBezTo>
                  <a:cubicBezTo>
                    <a:pt x="1329" y="5643"/>
                    <a:pt x="3949" y="5603"/>
                    <a:pt x="7240" y="4442"/>
                  </a:cubicBezTo>
                  <a:cubicBezTo>
                    <a:pt x="10775" y="3201"/>
                    <a:pt x="13002" y="740"/>
                    <a:pt x="12920" y="263"/>
                  </a:cubicBezTo>
                  <a:cubicBezTo>
                    <a:pt x="12891" y="96"/>
                    <a:pt x="12771" y="42"/>
                    <a:pt x="12627" y="42"/>
                  </a:cubicBezTo>
                  <a:cubicBezTo>
                    <a:pt x="12367" y="42"/>
                    <a:pt x="12032" y="220"/>
                    <a:pt x="12032" y="220"/>
                  </a:cubicBezTo>
                  <a:cubicBezTo>
                    <a:pt x="12032" y="220"/>
                    <a:pt x="11822" y="88"/>
                    <a:pt x="11447" y="88"/>
                  </a:cubicBezTo>
                  <a:cubicBezTo>
                    <a:pt x="11295" y="88"/>
                    <a:pt x="11116" y="110"/>
                    <a:pt x="10913" y="171"/>
                  </a:cubicBezTo>
                  <a:cubicBezTo>
                    <a:pt x="10209" y="378"/>
                    <a:pt x="8794" y="1398"/>
                    <a:pt x="6852" y="2112"/>
                  </a:cubicBezTo>
                  <a:cubicBezTo>
                    <a:pt x="5427" y="2631"/>
                    <a:pt x="4697" y="2700"/>
                    <a:pt x="4410" y="2700"/>
                  </a:cubicBezTo>
                  <a:cubicBezTo>
                    <a:pt x="4305" y="2700"/>
                    <a:pt x="4259" y="2691"/>
                    <a:pt x="4259" y="2691"/>
                  </a:cubicBezTo>
                  <a:cubicBezTo>
                    <a:pt x="4259" y="2691"/>
                    <a:pt x="5427" y="1424"/>
                    <a:pt x="5750" y="1309"/>
                  </a:cubicBezTo>
                  <a:cubicBezTo>
                    <a:pt x="6076" y="1191"/>
                    <a:pt x="6869" y="928"/>
                    <a:pt x="7277" y="750"/>
                  </a:cubicBezTo>
                  <a:cubicBezTo>
                    <a:pt x="7790" y="533"/>
                    <a:pt x="7856" y="95"/>
                    <a:pt x="7691" y="16"/>
                  </a:cubicBezTo>
                  <a:cubicBezTo>
                    <a:pt x="7672" y="7"/>
                    <a:pt x="7572" y="0"/>
                    <a:pt x="7407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6"/>
            <p:cNvSpPr/>
            <p:nvPr/>
          </p:nvSpPr>
          <p:spPr>
            <a:xfrm flipH="1">
              <a:off x="5460016" y="3345768"/>
              <a:ext cx="335694" cy="219649"/>
            </a:xfrm>
            <a:custGeom>
              <a:rect b="b" l="l" r="r" t="t"/>
              <a:pathLst>
                <a:path extrusionOk="0" h="3301" w="5045">
                  <a:moveTo>
                    <a:pt x="5045" y="0"/>
                  </a:moveTo>
                  <a:cubicBezTo>
                    <a:pt x="4992" y="119"/>
                    <a:pt x="4933" y="234"/>
                    <a:pt x="4867" y="339"/>
                  </a:cubicBezTo>
                  <a:cubicBezTo>
                    <a:pt x="4798" y="444"/>
                    <a:pt x="4719" y="546"/>
                    <a:pt x="4637" y="645"/>
                  </a:cubicBezTo>
                  <a:cubicBezTo>
                    <a:pt x="4472" y="843"/>
                    <a:pt x="4285" y="1020"/>
                    <a:pt x="4087" y="1182"/>
                  </a:cubicBezTo>
                  <a:cubicBezTo>
                    <a:pt x="3890" y="1346"/>
                    <a:pt x="3679" y="1494"/>
                    <a:pt x="3469" y="1642"/>
                  </a:cubicBezTo>
                  <a:cubicBezTo>
                    <a:pt x="3258" y="1790"/>
                    <a:pt x="3041" y="1925"/>
                    <a:pt x="2820" y="2057"/>
                  </a:cubicBezTo>
                  <a:cubicBezTo>
                    <a:pt x="2597" y="2189"/>
                    <a:pt x="2369" y="2314"/>
                    <a:pt x="2146" y="2432"/>
                  </a:cubicBezTo>
                  <a:cubicBezTo>
                    <a:pt x="1919" y="2550"/>
                    <a:pt x="1682" y="2659"/>
                    <a:pt x="1448" y="2764"/>
                  </a:cubicBezTo>
                  <a:cubicBezTo>
                    <a:pt x="978" y="2972"/>
                    <a:pt x="494" y="3146"/>
                    <a:pt x="0" y="3301"/>
                  </a:cubicBezTo>
                  <a:cubicBezTo>
                    <a:pt x="254" y="3238"/>
                    <a:pt x="500" y="3163"/>
                    <a:pt x="747" y="3087"/>
                  </a:cubicBezTo>
                  <a:cubicBezTo>
                    <a:pt x="987" y="3005"/>
                    <a:pt x="1231" y="2912"/>
                    <a:pt x="1471" y="2814"/>
                  </a:cubicBezTo>
                  <a:cubicBezTo>
                    <a:pt x="1945" y="2613"/>
                    <a:pt x="2406" y="2379"/>
                    <a:pt x="2850" y="2116"/>
                  </a:cubicBezTo>
                  <a:cubicBezTo>
                    <a:pt x="3074" y="1978"/>
                    <a:pt x="3291" y="1840"/>
                    <a:pt x="3501" y="1692"/>
                  </a:cubicBezTo>
                  <a:cubicBezTo>
                    <a:pt x="3712" y="1544"/>
                    <a:pt x="3919" y="1392"/>
                    <a:pt x="4120" y="1221"/>
                  </a:cubicBezTo>
                  <a:cubicBezTo>
                    <a:pt x="4314" y="1057"/>
                    <a:pt x="4502" y="872"/>
                    <a:pt x="4660" y="672"/>
                  </a:cubicBezTo>
                  <a:cubicBezTo>
                    <a:pt x="4821" y="471"/>
                    <a:pt x="4959" y="244"/>
                    <a:pt x="5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6"/>
            <p:cNvSpPr/>
            <p:nvPr/>
          </p:nvSpPr>
          <p:spPr>
            <a:xfrm flipH="1">
              <a:off x="5421893" y="3389552"/>
              <a:ext cx="729678" cy="315133"/>
            </a:xfrm>
            <a:custGeom>
              <a:rect b="b" l="l" r="r" t="t"/>
              <a:pathLst>
                <a:path extrusionOk="0" h="4736" w="10966">
                  <a:moveTo>
                    <a:pt x="10965" y="0"/>
                  </a:moveTo>
                  <a:lnTo>
                    <a:pt x="10844" y="152"/>
                  </a:lnTo>
                  <a:cubicBezTo>
                    <a:pt x="10827" y="178"/>
                    <a:pt x="10807" y="201"/>
                    <a:pt x="10788" y="227"/>
                  </a:cubicBezTo>
                  <a:lnTo>
                    <a:pt x="10725" y="300"/>
                  </a:lnTo>
                  <a:lnTo>
                    <a:pt x="10597" y="445"/>
                  </a:lnTo>
                  <a:lnTo>
                    <a:pt x="10465" y="586"/>
                  </a:lnTo>
                  <a:lnTo>
                    <a:pt x="10399" y="655"/>
                  </a:lnTo>
                  <a:lnTo>
                    <a:pt x="10330" y="721"/>
                  </a:lnTo>
                  <a:lnTo>
                    <a:pt x="10195" y="853"/>
                  </a:lnTo>
                  <a:lnTo>
                    <a:pt x="10054" y="981"/>
                  </a:lnTo>
                  <a:cubicBezTo>
                    <a:pt x="10005" y="1024"/>
                    <a:pt x="9958" y="1067"/>
                    <a:pt x="9909" y="1106"/>
                  </a:cubicBezTo>
                  <a:lnTo>
                    <a:pt x="9768" y="1231"/>
                  </a:lnTo>
                  <a:cubicBezTo>
                    <a:pt x="9718" y="1271"/>
                    <a:pt x="9669" y="1310"/>
                    <a:pt x="9619" y="1350"/>
                  </a:cubicBezTo>
                  <a:cubicBezTo>
                    <a:pt x="9521" y="1429"/>
                    <a:pt x="9415" y="1504"/>
                    <a:pt x="9317" y="1583"/>
                  </a:cubicBezTo>
                  <a:cubicBezTo>
                    <a:pt x="9113" y="1738"/>
                    <a:pt x="8905" y="1889"/>
                    <a:pt x="8692" y="2027"/>
                  </a:cubicBezTo>
                  <a:cubicBezTo>
                    <a:pt x="8264" y="2307"/>
                    <a:pt x="7833" y="2580"/>
                    <a:pt x="7369" y="2791"/>
                  </a:cubicBezTo>
                  <a:cubicBezTo>
                    <a:pt x="7135" y="2896"/>
                    <a:pt x="6898" y="2995"/>
                    <a:pt x="6664" y="3097"/>
                  </a:cubicBezTo>
                  <a:cubicBezTo>
                    <a:pt x="6431" y="3202"/>
                    <a:pt x="6197" y="3298"/>
                    <a:pt x="5957" y="3393"/>
                  </a:cubicBezTo>
                  <a:cubicBezTo>
                    <a:pt x="5013" y="3771"/>
                    <a:pt x="4025" y="4048"/>
                    <a:pt x="3028" y="4275"/>
                  </a:cubicBezTo>
                  <a:cubicBezTo>
                    <a:pt x="2531" y="4384"/>
                    <a:pt x="2031" y="4482"/>
                    <a:pt x="1524" y="4561"/>
                  </a:cubicBezTo>
                  <a:cubicBezTo>
                    <a:pt x="1018" y="4643"/>
                    <a:pt x="511" y="4706"/>
                    <a:pt x="1" y="4736"/>
                  </a:cubicBezTo>
                  <a:cubicBezTo>
                    <a:pt x="1028" y="4690"/>
                    <a:pt x="2038" y="4525"/>
                    <a:pt x="3038" y="4311"/>
                  </a:cubicBezTo>
                  <a:cubicBezTo>
                    <a:pt x="3538" y="4203"/>
                    <a:pt x="4038" y="4081"/>
                    <a:pt x="4526" y="3936"/>
                  </a:cubicBezTo>
                  <a:cubicBezTo>
                    <a:pt x="5016" y="3798"/>
                    <a:pt x="5503" y="3633"/>
                    <a:pt x="5980" y="3442"/>
                  </a:cubicBezTo>
                  <a:cubicBezTo>
                    <a:pt x="6217" y="3347"/>
                    <a:pt x="6451" y="3248"/>
                    <a:pt x="6687" y="3146"/>
                  </a:cubicBezTo>
                  <a:cubicBezTo>
                    <a:pt x="6921" y="3048"/>
                    <a:pt x="7155" y="2946"/>
                    <a:pt x="7388" y="2837"/>
                  </a:cubicBezTo>
                  <a:cubicBezTo>
                    <a:pt x="7504" y="2784"/>
                    <a:pt x="7619" y="2732"/>
                    <a:pt x="7734" y="2669"/>
                  </a:cubicBezTo>
                  <a:cubicBezTo>
                    <a:pt x="7846" y="2607"/>
                    <a:pt x="7958" y="2547"/>
                    <a:pt x="8070" y="2482"/>
                  </a:cubicBezTo>
                  <a:cubicBezTo>
                    <a:pt x="8287" y="2350"/>
                    <a:pt x="8504" y="2208"/>
                    <a:pt x="8715" y="2067"/>
                  </a:cubicBezTo>
                  <a:cubicBezTo>
                    <a:pt x="9139" y="1777"/>
                    <a:pt x="9544" y="1465"/>
                    <a:pt x="9926" y="1126"/>
                  </a:cubicBezTo>
                  <a:cubicBezTo>
                    <a:pt x="9972" y="1086"/>
                    <a:pt x="10021" y="1043"/>
                    <a:pt x="10067" y="1001"/>
                  </a:cubicBezTo>
                  <a:lnTo>
                    <a:pt x="10209" y="869"/>
                  </a:lnTo>
                  <a:lnTo>
                    <a:pt x="10343" y="734"/>
                  </a:lnTo>
                  <a:lnTo>
                    <a:pt x="10409" y="662"/>
                  </a:lnTo>
                  <a:lnTo>
                    <a:pt x="10475" y="593"/>
                  </a:lnTo>
                  <a:lnTo>
                    <a:pt x="10607" y="454"/>
                  </a:lnTo>
                  <a:lnTo>
                    <a:pt x="10728" y="306"/>
                  </a:lnTo>
                  <a:lnTo>
                    <a:pt x="10791" y="231"/>
                  </a:lnTo>
                  <a:cubicBezTo>
                    <a:pt x="10811" y="201"/>
                    <a:pt x="10827" y="178"/>
                    <a:pt x="10850" y="152"/>
                  </a:cubicBezTo>
                  <a:lnTo>
                    <a:pt x="109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6"/>
            <p:cNvSpPr/>
            <p:nvPr/>
          </p:nvSpPr>
          <p:spPr>
            <a:xfrm flipH="1">
              <a:off x="7206042" y="3829852"/>
              <a:ext cx="183118" cy="790096"/>
            </a:xfrm>
            <a:custGeom>
              <a:rect b="b" l="l" r="r" t="t"/>
              <a:pathLst>
                <a:path extrusionOk="0" h="11874" w="2752">
                  <a:moveTo>
                    <a:pt x="2028" y="1"/>
                  </a:moveTo>
                  <a:cubicBezTo>
                    <a:pt x="991" y="1416"/>
                    <a:pt x="402" y="3245"/>
                    <a:pt x="182" y="5769"/>
                  </a:cubicBezTo>
                  <a:cubicBezTo>
                    <a:pt x="1" y="7780"/>
                    <a:pt x="21" y="9560"/>
                    <a:pt x="313" y="11561"/>
                  </a:cubicBezTo>
                  <a:lnTo>
                    <a:pt x="1307" y="11874"/>
                  </a:lnTo>
                  <a:cubicBezTo>
                    <a:pt x="1024" y="9949"/>
                    <a:pt x="903" y="7793"/>
                    <a:pt x="1074" y="5852"/>
                  </a:cubicBezTo>
                  <a:cubicBezTo>
                    <a:pt x="1284" y="3499"/>
                    <a:pt x="1814" y="1811"/>
                    <a:pt x="2752" y="534"/>
                  </a:cubicBezTo>
                  <a:lnTo>
                    <a:pt x="20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6"/>
            <p:cNvSpPr/>
            <p:nvPr/>
          </p:nvSpPr>
          <p:spPr>
            <a:xfrm flipH="1">
              <a:off x="6822645" y="3532615"/>
              <a:ext cx="1235448" cy="595799"/>
            </a:xfrm>
            <a:custGeom>
              <a:rect b="b" l="l" r="r" t="t"/>
              <a:pathLst>
                <a:path extrusionOk="0" h="8954" w="18567">
                  <a:moveTo>
                    <a:pt x="4107" y="0"/>
                  </a:moveTo>
                  <a:cubicBezTo>
                    <a:pt x="4008" y="0"/>
                    <a:pt x="3908" y="3"/>
                    <a:pt x="3808" y="9"/>
                  </a:cubicBezTo>
                  <a:cubicBezTo>
                    <a:pt x="3361" y="35"/>
                    <a:pt x="2913" y="118"/>
                    <a:pt x="2482" y="236"/>
                  </a:cubicBezTo>
                  <a:cubicBezTo>
                    <a:pt x="2048" y="355"/>
                    <a:pt x="1626" y="513"/>
                    <a:pt x="1215" y="684"/>
                  </a:cubicBezTo>
                  <a:cubicBezTo>
                    <a:pt x="1008" y="776"/>
                    <a:pt x="804" y="865"/>
                    <a:pt x="600" y="960"/>
                  </a:cubicBezTo>
                  <a:cubicBezTo>
                    <a:pt x="399" y="1055"/>
                    <a:pt x="202" y="1154"/>
                    <a:pt x="1" y="1256"/>
                  </a:cubicBezTo>
                  <a:cubicBezTo>
                    <a:pt x="202" y="1161"/>
                    <a:pt x="409" y="1072"/>
                    <a:pt x="600" y="976"/>
                  </a:cubicBezTo>
                  <a:cubicBezTo>
                    <a:pt x="807" y="891"/>
                    <a:pt x="1011" y="805"/>
                    <a:pt x="1222" y="723"/>
                  </a:cubicBezTo>
                  <a:cubicBezTo>
                    <a:pt x="1636" y="562"/>
                    <a:pt x="2061" y="417"/>
                    <a:pt x="2492" y="312"/>
                  </a:cubicBezTo>
                  <a:cubicBezTo>
                    <a:pt x="2926" y="200"/>
                    <a:pt x="3364" y="127"/>
                    <a:pt x="3808" y="108"/>
                  </a:cubicBezTo>
                  <a:cubicBezTo>
                    <a:pt x="3882" y="104"/>
                    <a:pt x="3955" y="103"/>
                    <a:pt x="4028" y="103"/>
                  </a:cubicBezTo>
                  <a:cubicBezTo>
                    <a:pt x="4399" y="103"/>
                    <a:pt x="4767" y="145"/>
                    <a:pt x="5124" y="233"/>
                  </a:cubicBezTo>
                  <a:cubicBezTo>
                    <a:pt x="5559" y="335"/>
                    <a:pt x="5973" y="496"/>
                    <a:pt x="6375" y="680"/>
                  </a:cubicBezTo>
                  <a:cubicBezTo>
                    <a:pt x="6780" y="865"/>
                    <a:pt x="7165" y="1085"/>
                    <a:pt x="7553" y="1309"/>
                  </a:cubicBezTo>
                  <a:cubicBezTo>
                    <a:pt x="7935" y="1536"/>
                    <a:pt x="8313" y="1773"/>
                    <a:pt x="8688" y="2016"/>
                  </a:cubicBezTo>
                  <a:cubicBezTo>
                    <a:pt x="9063" y="2263"/>
                    <a:pt x="9429" y="2513"/>
                    <a:pt x="9794" y="2773"/>
                  </a:cubicBezTo>
                  <a:cubicBezTo>
                    <a:pt x="11255" y="3806"/>
                    <a:pt x="12654" y="4925"/>
                    <a:pt x="14085" y="5998"/>
                  </a:cubicBezTo>
                  <a:cubicBezTo>
                    <a:pt x="14444" y="6271"/>
                    <a:pt x="14806" y="6534"/>
                    <a:pt x="15168" y="6798"/>
                  </a:cubicBezTo>
                  <a:cubicBezTo>
                    <a:pt x="15533" y="7058"/>
                    <a:pt x="15898" y="7314"/>
                    <a:pt x="16270" y="7568"/>
                  </a:cubicBezTo>
                  <a:cubicBezTo>
                    <a:pt x="17014" y="8065"/>
                    <a:pt x="17774" y="8538"/>
                    <a:pt x="18567" y="8953"/>
                  </a:cubicBezTo>
                  <a:cubicBezTo>
                    <a:pt x="18376" y="8841"/>
                    <a:pt x="18182" y="8729"/>
                    <a:pt x="17991" y="8611"/>
                  </a:cubicBezTo>
                  <a:lnTo>
                    <a:pt x="17849" y="8525"/>
                  </a:lnTo>
                  <a:lnTo>
                    <a:pt x="17705" y="8433"/>
                  </a:lnTo>
                  <a:cubicBezTo>
                    <a:pt x="17609" y="8374"/>
                    <a:pt x="17514" y="8315"/>
                    <a:pt x="17422" y="8252"/>
                  </a:cubicBezTo>
                  <a:cubicBezTo>
                    <a:pt x="17043" y="8009"/>
                    <a:pt x="16675" y="7759"/>
                    <a:pt x="16309" y="7499"/>
                  </a:cubicBezTo>
                  <a:cubicBezTo>
                    <a:pt x="15579" y="6985"/>
                    <a:pt x="14865" y="6446"/>
                    <a:pt x="14157" y="5899"/>
                  </a:cubicBezTo>
                  <a:cubicBezTo>
                    <a:pt x="12742" y="4807"/>
                    <a:pt x="11350" y="3685"/>
                    <a:pt x="9889" y="2642"/>
                  </a:cubicBezTo>
                  <a:cubicBezTo>
                    <a:pt x="9524" y="2382"/>
                    <a:pt x="9152" y="2132"/>
                    <a:pt x="8777" y="1885"/>
                  </a:cubicBezTo>
                  <a:cubicBezTo>
                    <a:pt x="8399" y="1638"/>
                    <a:pt x="8017" y="1404"/>
                    <a:pt x="7632" y="1177"/>
                  </a:cubicBezTo>
                  <a:cubicBezTo>
                    <a:pt x="7244" y="957"/>
                    <a:pt x="6849" y="740"/>
                    <a:pt x="6437" y="552"/>
                  </a:cubicBezTo>
                  <a:cubicBezTo>
                    <a:pt x="6029" y="364"/>
                    <a:pt x="5602" y="206"/>
                    <a:pt x="5157" y="114"/>
                  </a:cubicBezTo>
                  <a:cubicBezTo>
                    <a:pt x="4816" y="37"/>
                    <a:pt x="4462" y="0"/>
                    <a:pt x="4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6"/>
            <p:cNvSpPr/>
            <p:nvPr/>
          </p:nvSpPr>
          <p:spPr>
            <a:xfrm flipH="1">
              <a:off x="7217825" y="4415410"/>
              <a:ext cx="649297" cy="236284"/>
            </a:xfrm>
            <a:custGeom>
              <a:rect b="b" l="l" r="r" t="t"/>
              <a:pathLst>
                <a:path extrusionOk="0" h="3551" w="9758">
                  <a:moveTo>
                    <a:pt x="0" y="0"/>
                  </a:moveTo>
                  <a:lnTo>
                    <a:pt x="0" y="0"/>
                  </a:lnTo>
                  <a:cubicBezTo>
                    <a:pt x="405" y="161"/>
                    <a:pt x="807" y="313"/>
                    <a:pt x="1211" y="471"/>
                  </a:cubicBezTo>
                  <a:lnTo>
                    <a:pt x="2426" y="925"/>
                  </a:lnTo>
                  <a:cubicBezTo>
                    <a:pt x="2830" y="1083"/>
                    <a:pt x="3235" y="1228"/>
                    <a:pt x="3643" y="1379"/>
                  </a:cubicBezTo>
                  <a:lnTo>
                    <a:pt x="4861" y="1826"/>
                  </a:lnTo>
                  <a:lnTo>
                    <a:pt x="6081" y="2267"/>
                  </a:lnTo>
                  <a:cubicBezTo>
                    <a:pt x="6486" y="2412"/>
                    <a:pt x="6894" y="2564"/>
                    <a:pt x="7302" y="2702"/>
                  </a:cubicBezTo>
                  <a:lnTo>
                    <a:pt x="8530" y="3130"/>
                  </a:lnTo>
                  <a:cubicBezTo>
                    <a:pt x="8941" y="3271"/>
                    <a:pt x="9346" y="3416"/>
                    <a:pt x="9757" y="3551"/>
                  </a:cubicBezTo>
                  <a:lnTo>
                    <a:pt x="8549" y="3080"/>
                  </a:lnTo>
                  <a:lnTo>
                    <a:pt x="7335" y="2626"/>
                  </a:lnTo>
                  <a:cubicBezTo>
                    <a:pt x="6927" y="2468"/>
                    <a:pt x="6526" y="2320"/>
                    <a:pt x="6118" y="2172"/>
                  </a:cubicBezTo>
                  <a:lnTo>
                    <a:pt x="4900" y="1724"/>
                  </a:lnTo>
                  <a:lnTo>
                    <a:pt x="3679" y="1284"/>
                  </a:lnTo>
                  <a:cubicBezTo>
                    <a:pt x="3271" y="1139"/>
                    <a:pt x="2863" y="987"/>
                    <a:pt x="2458" y="849"/>
                  </a:cubicBezTo>
                  <a:lnTo>
                    <a:pt x="1231" y="421"/>
                  </a:lnTo>
                  <a:cubicBezTo>
                    <a:pt x="820" y="280"/>
                    <a:pt x="412" y="13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6"/>
            <p:cNvSpPr/>
            <p:nvPr/>
          </p:nvSpPr>
          <p:spPr>
            <a:xfrm flipH="1">
              <a:off x="6590074" y="4254249"/>
              <a:ext cx="80646" cy="200818"/>
            </a:xfrm>
            <a:custGeom>
              <a:rect b="b" l="l" r="r" t="t"/>
              <a:pathLst>
                <a:path extrusionOk="0" h="3018" w="1212">
                  <a:moveTo>
                    <a:pt x="695" y="0"/>
                  </a:moveTo>
                  <a:lnTo>
                    <a:pt x="1" y="3018"/>
                  </a:lnTo>
                  <a:lnTo>
                    <a:pt x="1212" y="329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000000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6"/>
            <p:cNvSpPr/>
            <p:nvPr/>
          </p:nvSpPr>
          <p:spPr>
            <a:xfrm flipH="1">
              <a:off x="6431125" y="1649845"/>
              <a:ext cx="1719793" cy="1143956"/>
            </a:xfrm>
            <a:custGeom>
              <a:rect b="b" l="l" r="r" t="t"/>
              <a:pathLst>
                <a:path extrusionOk="0" h="17192" w="25846">
                  <a:moveTo>
                    <a:pt x="5282" y="1"/>
                  </a:moveTo>
                  <a:cubicBezTo>
                    <a:pt x="3436" y="942"/>
                    <a:pt x="1751" y="2676"/>
                    <a:pt x="646" y="4427"/>
                  </a:cubicBezTo>
                  <a:cubicBezTo>
                    <a:pt x="349" y="4891"/>
                    <a:pt x="86" y="5398"/>
                    <a:pt x="30" y="5944"/>
                  </a:cubicBezTo>
                  <a:cubicBezTo>
                    <a:pt x="1" y="6220"/>
                    <a:pt x="66" y="6563"/>
                    <a:pt x="330" y="6651"/>
                  </a:cubicBezTo>
                  <a:cubicBezTo>
                    <a:pt x="375" y="6668"/>
                    <a:pt x="422" y="6674"/>
                    <a:pt x="470" y="6674"/>
                  </a:cubicBezTo>
                  <a:cubicBezTo>
                    <a:pt x="548" y="6674"/>
                    <a:pt x="628" y="6658"/>
                    <a:pt x="705" y="6642"/>
                  </a:cubicBezTo>
                  <a:cubicBezTo>
                    <a:pt x="1189" y="6510"/>
                    <a:pt x="1636" y="6237"/>
                    <a:pt x="1978" y="5868"/>
                  </a:cubicBezTo>
                  <a:lnTo>
                    <a:pt x="1978" y="5868"/>
                  </a:lnTo>
                  <a:cubicBezTo>
                    <a:pt x="902" y="7820"/>
                    <a:pt x="672" y="10344"/>
                    <a:pt x="1412" y="12450"/>
                  </a:cubicBezTo>
                  <a:cubicBezTo>
                    <a:pt x="1485" y="12663"/>
                    <a:pt x="1577" y="12881"/>
                    <a:pt x="1748" y="13029"/>
                  </a:cubicBezTo>
                  <a:cubicBezTo>
                    <a:pt x="1850" y="13119"/>
                    <a:pt x="1990" y="13174"/>
                    <a:pt x="2125" y="13174"/>
                  </a:cubicBezTo>
                  <a:cubicBezTo>
                    <a:pt x="2213" y="13174"/>
                    <a:pt x="2299" y="13151"/>
                    <a:pt x="2370" y="13098"/>
                  </a:cubicBezTo>
                  <a:cubicBezTo>
                    <a:pt x="2469" y="13025"/>
                    <a:pt x="2528" y="12910"/>
                    <a:pt x="2574" y="12798"/>
                  </a:cubicBezTo>
                  <a:cubicBezTo>
                    <a:pt x="2781" y="12344"/>
                    <a:pt x="2962" y="11880"/>
                    <a:pt x="3117" y="11406"/>
                  </a:cubicBezTo>
                  <a:lnTo>
                    <a:pt x="3117" y="11406"/>
                  </a:lnTo>
                  <a:cubicBezTo>
                    <a:pt x="2952" y="12723"/>
                    <a:pt x="3321" y="14095"/>
                    <a:pt x="4121" y="15151"/>
                  </a:cubicBezTo>
                  <a:cubicBezTo>
                    <a:pt x="4923" y="16204"/>
                    <a:pt x="5825" y="16997"/>
                    <a:pt x="7131" y="17191"/>
                  </a:cubicBezTo>
                  <a:lnTo>
                    <a:pt x="9471" y="11304"/>
                  </a:lnTo>
                  <a:cubicBezTo>
                    <a:pt x="9749" y="11392"/>
                    <a:pt x="10039" y="11434"/>
                    <a:pt x="10331" y="11434"/>
                  </a:cubicBezTo>
                  <a:cubicBezTo>
                    <a:pt x="10870" y="11434"/>
                    <a:pt x="11413" y="11291"/>
                    <a:pt x="11890" y="11035"/>
                  </a:cubicBezTo>
                  <a:cubicBezTo>
                    <a:pt x="12620" y="10633"/>
                    <a:pt x="13196" y="9982"/>
                    <a:pt x="13575" y="9241"/>
                  </a:cubicBezTo>
                  <a:lnTo>
                    <a:pt x="13575" y="9241"/>
                  </a:lnTo>
                  <a:cubicBezTo>
                    <a:pt x="13446" y="9626"/>
                    <a:pt x="13305" y="10156"/>
                    <a:pt x="13176" y="10544"/>
                  </a:cubicBezTo>
                  <a:cubicBezTo>
                    <a:pt x="13150" y="10623"/>
                    <a:pt x="13127" y="10709"/>
                    <a:pt x="13160" y="10781"/>
                  </a:cubicBezTo>
                  <a:cubicBezTo>
                    <a:pt x="13201" y="10871"/>
                    <a:pt x="13307" y="10900"/>
                    <a:pt x="13407" y="10900"/>
                  </a:cubicBezTo>
                  <a:cubicBezTo>
                    <a:pt x="13428" y="10900"/>
                    <a:pt x="13449" y="10899"/>
                    <a:pt x="13469" y="10896"/>
                  </a:cubicBezTo>
                  <a:cubicBezTo>
                    <a:pt x="13884" y="10857"/>
                    <a:pt x="14243" y="10594"/>
                    <a:pt x="14545" y="10311"/>
                  </a:cubicBezTo>
                  <a:cubicBezTo>
                    <a:pt x="15595" y="9323"/>
                    <a:pt x="16210" y="7974"/>
                    <a:pt x="16796" y="6651"/>
                  </a:cubicBezTo>
                  <a:cubicBezTo>
                    <a:pt x="17096" y="7273"/>
                    <a:pt x="17560" y="7826"/>
                    <a:pt x="18132" y="8208"/>
                  </a:cubicBezTo>
                  <a:cubicBezTo>
                    <a:pt x="18231" y="8273"/>
                    <a:pt x="18355" y="8333"/>
                    <a:pt x="18467" y="8333"/>
                  </a:cubicBezTo>
                  <a:cubicBezTo>
                    <a:pt x="18524" y="8333"/>
                    <a:pt x="18577" y="8318"/>
                    <a:pt x="18623" y="8280"/>
                  </a:cubicBezTo>
                  <a:cubicBezTo>
                    <a:pt x="18738" y="8188"/>
                    <a:pt x="18725" y="8010"/>
                    <a:pt x="18702" y="7862"/>
                  </a:cubicBezTo>
                  <a:cubicBezTo>
                    <a:pt x="18639" y="7520"/>
                    <a:pt x="18557" y="7185"/>
                    <a:pt x="18448" y="6855"/>
                  </a:cubicBezTo>
                  <a:lnTo>
                    <a:pt x="18448" y="6855"/>
                  </a:lnTo>
                  <a:cubicBezTo>
                    <a:pt x="19514" y="7869"/>
                    <a:pt x="20923" y="8438"/>
                    <a:pt x="22305" y="8938"/>
                  </a:cubicBezTo>
                  <a:cubicBezTo>
                    <a:pt x="22706" y="9087"/>
                    <a:pt x="23118" y="9231"/>
                    <a:pt x="23542" y="9297"/>
                  </a:cubicBezTo>
                  <a:cubicBezTo>
                    <a:pt x="23654" y="9314"/>
                    <a:pt x="23768" y="9326"/>
                    <a:pt x="23882" y="9326"/>
                  </a:cubicBezTo>
                  <a:cubicBezTo>
                    <a:pt x="24007" y="9326"/>
                    <a:pt x="24131" y="9312"/>
                    <a:pt x="24250" y="9274"/>
                  </a:cubicBezTo>
                  <a:cubicBezTo>
                    <a:pt x="24477" y="9198"/>
                    <a:pt x="24681" y="9027"/>
                    <a:pt x="24747" y="8797"/>
                  </a:cubicBezTo>
                  <a:cubicBezTo>
                    <a:pt x="24812" y="8557"/>
                    <a:pt x="24717" y="8303"/>
                    <a:pt x="24579" y="8099"/>
                  </a:cubicBezTo>
                  <a:cubicBezTo>
                    <a:pt x="24437" y="7899"/>
                    <a:pt x="24253" y="7731"/>
                    <a:pt x="24102" y="7537"/>
                  </a:cubicBezTo>
                  <a:lnTo>
                    <a:pt x="24102" y="7537"/>
                  </a:lnTo>
                  <a:cubicBezTo>
                    <a:pt x="24380" y="7696"/>
                    <a:pt x="24702" y="7850"/>
                    <a:pt x="25008" y="7850"/>
                  </a:cubicBezTo>
                  <a:cubicBezTo>
                    <a:pt x="25132" y="7850"/>
                    <a:pt x="25253" y="7824"/>
                    <a:pt x="25368" y="7764"/>
                  </a:cubicBezTo>
                  <a:cubicBezTo>
                    <a:pt x="25721" y="7579"/>
                    <a:pt x="25846" y="7102"/>
                    <a:pt x="25737" y="6714"/>
                  </a:cubicBezTo>
                  <a:cubicBezTo>
                    <a:pt x="25632" y="6329"/>
                    <a:pt x="24641" y="5263"/>
                    <a:pt x="24102" y="4868"/>
                  </a:cubicBezTo>
                  <a:lnTo>
                    <a:pt x="52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6"/>
            <p:cNvSpPr/>
            <p:nvPr/>
          </p:nvSpPr>
          <p:spPr>
            <a:xfrm flipH="1">
              <a:off x="6530666" y="1641927"/>
              <a:ext cx="1301722" cy="346208"/>
            </a:xfrm>
            <a:custGeom>
              <a:rect b="b" l="l" r="r" t="t"/>
              <a:pathLst>
                <a:path extrusionOk="0" h="5203" w="19563">
                  <a:moveTo>
                    <a:pt x="1174" y="1"/>
                  </a:moveTo>
                  <a:cubicBezTo>
                    <a:pt x="742" y="1"/>
                    <a:pt x="474" y="63"/>
                    <a:pt x="416" y="202"/>
                  </a:cubicBezTo>
                  <a:cubicBezTo>
                    <a:pt x="1" y="1195"/>
                    <a:pt x="15986" y="5203"/>
                    <a:pt x="18900" y="5203"/>
                  </a:cubicBezTo>
                  <a:cubicBezTo>
                    <a:pt x="19172" y="5203"/>
                    <a:pt x="19331" y="5168"/>
                    <a:pt x="19351" y="5092"/>
                  </a:cubicBezTo>
                  <a:cubicBezTo>
                    <a:pt x="19562" y="4299"/>
                    <a:pt x="4749" y="1"/>
                    <a:pt x="1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6"/>
            <p:cNvSpPr/>
            <p:nvPr/>
          </p:nvSpPr>
          <p:spPr>
            <a:xfrm flipH="1">
              <a:off x="6595342" y="1496668"/>
              <a:ext cx="1153804" cy="490466"/>
            </a:xfrm>
            <a:custGeom>
              <a:rect b="b" l="l" r="r" t="t"/>
              <a:pathLst>
                <a:path extrusionOk="0" h="7371" w="17340">
                  <a:moveTo>
                    <a:pt x="4674" y="1"/>
                  </a:moveTo>
                  <a:cubicBezTo>
                    <a:pt x="4246" y="1"/>
                    <a:pt x="3820" y="226"/>
                    <a:pt x="3585" y="589"/>
                  </a:cubicBezTo>
                  <a:cubicBezTo>
                    <a:pt x="3424" y="342"/>
                    <a:pt x="3126" y="219"/>
                    <a:pt x="2828" y="219"/>
                  </a:cubicBezTo>
                  <a:cubicBezTo>
                    <a:pt x="2729" y="219"/>
                    <a:pt x="2629" y="232"/>
                    <a:pt x="2535" y="259"/>
                  </a:cubicBezTo>
                  <a:cubicBezTo>
                    <a:pt x="2156" y="365"/>
                    <a:pt x="1854" y="644"/>
                    <a:pt x="1613" y="964"/>
                  </a:cubicBezTo>
                  <a:cubicBezTo>
                    <a:pt x="1219" y="1484"/>
                    <a:pt x="978" y="2122"/>
                    <a:pt x="926" y="2774"/>
                  </a:cubicBezTo>
                  <a:cubicBezTo>
                    <a:pt x="838" y="2741"/>
                    <a:pt x="744" y="2726"/>
                    <a:pt x="651" y="2726"/>
                  </a:cubicBezTo>
                  <a:cubicBezTo>
                    <a:pt x="438" y="2726"/>
                    <a:pt x="225" y="2806"/>
                    <a:pt x="67" y="2948"/>
                  </a:cubicBezTo>
                  <a:cubicBezTo>
                    <a:pt x="44" y="2971"/>
                    <a:pt x="21" y="2994"/>
                    <a:pt x="1" y="3020"/>
                  </a:cubicBezTo>
                  <a:cubicBezTo>
                    <a:pt x="3176" y="4445"/>
                    <a:pt x="14319" y="7176"/>
                    <a:pt x="17340" y="7371"/>
                  </a:cubicBezTo>
                  <a:cubicBezTo>
                    <a:pt x="17340" y="7226"/>
                    <a:pt x="17326" y="7088"/>
                    <a:pt x="17294" y="6943"/>
                  </a:cubicBezTo>
                  <a:cubicBezTo>
                    <a:pt x="17198" y="6492"/>
                    <a:pt x="16902" y="6054"/>
                    <a:pt x="16458" y="5910"/>
                  </a:cubicBezTo>
                  <a:cubicBezTo>
                    <a:pt x="16665" y="5462"/>
                    <a:pt x="16754" y="4939"/>
                    <a:pt x="16596" y="4472"/>
                  </a:cubicBezTo>
                  <a:cubicBezTo>
                    <a:pt x="16439" y="4013"/>
                    <a:pt x="16009" y="3638"/>
                    <a:pt x="15530" y="3638"/>
                  </a:cubicBezTo>
                  <a:cubicBezTo>
                    <a:pt x="15518" y="3638"/>
                    <a:pt x="15506" y="3638"/>
                    <a:pt x="15494" y="3639"/>
                  </a:cubicBezTo>
                  <a:cubicBezTo>
                    <a:pt x="15526" y="3221"/>
                    <a:pt x="15290" y="2793"/>
                    <a:pt x="14918" y="2596"/>
                  </a:cubicBezTo>
                  <a:cubicBezTo>
                    <a:pt x="14763" y="2513"/>
                    <a:pt x="14587" y="2473"/>
                    <a:pt x="14411" y="2473"/>
                  </a:cubicBezTo>
                  <a:cubicBezTo>
                    <a:pt x="14165" y="2473"/>
                    <a:pt x="13918" y="2552"/>
                    <a:pt x="13726" y="2701"/>
                  </a:cubicBezTo>
                  <a:cubicBezTo>
                    <a:pt x="13647" y="2250"/>
                    <a:pt x="13555" y="1780"/>
                    <a:pt x="13289" y="1408"/>
                  </a:cubicBezTo>
                  <a:cubicBezTo>
                    <a:pt x="13002" y="1013"/>
                    <a:pt x="12532" y="756"/>
                    <a:pt x="12042" y="743"/>
                  </a:cubicBezTo>
                  <a:cubicBezTo>
                    <a:pt x="12025" y="743"/>
                    <a:pt x="12008" y="742"/>
                    <a:pt x="11992" y="742"/>
                  </a:cubicBezTo>
                  <a:cubicBezTo>
                    <a:pt x="11522" y="742"/>
                    <a:pt x="11057" y="967"/>
                    <a:pt x="10758" y="1329"/>
                  </a:cubicBezTo>
                  <a:cubicBezTo>
                    <a:pt x="10544" y="885"/>
                    <a:pt x="10084" y="569"/>
                    <a:pt x="9593" y="536"/>
                  </a:cubicBezTo>
                  <a:cubicBezTo>
                    <a:pt x="9564" y="534"/>
                    <a:pt x="9535" y="533"/>
                    <a:pt x="9505" y="533"/>
                  </a:cubicBezTo>
                  <a:cubicBezTo>
                    <a:pt x="9041" y="533"/>
                    <a:pt x="8587" y="774"/>
                    <a:pt x="8330" y="1161"/>
                  </a:cubicBezTo>
                  <a:cubicBezTo>
                    <a:pt x="8080" y="760"/>
                    <a:pt x="7622" y="493"/>
                    <a:pt x="7155" y="477"/>
                  </a:cubicBezTo>
                  <a:cubicBezTo>
                    <a:pt x="7136" y="476"/>
                    <a:pt x="7117" y="475"/>
                    <a:pt x="7098" y="475"/>
                  </a:cubicBezTo>
                  <a:cubicBezTo>
                    <a:pt x="6643" y="475"/>
                    <a:pt x="6196" y="699"/>
                    <a:pt x="5924" y="1062"/>
                  </a:cubicBezTo>
                  <a:cubicBezTo>
                    <a:pt x="5839" y="556"/>
                    <a:pt x="5417" y="128"/>
                    <a:pt x="4917" y="26"/>
                  </a:cubicBezTo>
                  <a:cubicBezTo>
                    <a:pt x="4837" y="9"/>
                    <a:pt x="4756" y="1"/>
                    <a:pt x="4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6"/>
            <p:cNvSpPr/>
            <p:nvPr/>
          </p:nvSpPr>
          <p:spPr>
            <a:xfrm flipH="1">
              <a:off x="7540807" y="1427200"/>
              <a:ext cx="35532" cy="350865"/>
            </a:xfrm>
            <a:custGeom>
              <a:rect b="b" l="l" r="r" t="t"/>
              <a:pathLst>
                <a:path extrusionOk="0" h="5273" w="534">
                  <a:moveTo>
                    <a:pt x="428" y="0"/>
                  </a:moveTo>
                  <a:cubicBezTo>
                    <a:pt x="375" y="1751"/>
                    <a:pt x="227" y="3521"/>
                    <a:pt x="0" y="5259"/>
                  </a:cubicBezTo>
                  <a:lnTo>
                    <a:pt x="106" y="5272"/>
                  </a:lnTo>
                  <a:cubicBezTo>
                    <a:pt x="336" y="3531"/>
                    <a:pt x="481" y="1754"/>
                    <a:pt x="533" y="4"/>
                  </a:cubicBezTo>
                  <a:lnTo>
                    <a:pt x="4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6"/>
            <p:cNvSpPr/>
            <p:nvPr/>
          </p:nvSpPr>
          <p:spPr>
            <a:xfrm flipH="1">
              <a:off x="7401806" y="1290525"/>
              <a:ext cx="294306" cy="291578"/>
            </a:xfrm>
            <a:custGeom>
              <a:rect b="b" l="l" r="r" t="t"/>
              <a:pathLst>
                <a:path extrusionOk="0" h="4382" w="4423">
                  <a:moveTo>
                    <a:pt x="2197" y="1"/>
                  </a:moveTo>
                  <a:cubicBezTo>
                    <a:pt x="1934" y="1"/>
                    <a:pt x="1684" y="167"/>
                    <a:pt x="1544" y="386"/>
                  </a:cubicBezTo>
                  <a:cubicBezTo>
                    <a:pt x="1392" y="630"/>
                    <a:pt x="1310" y="1005"/>
                    <a:pt x="1330" y="1288"/>
                  </a:cubicBezTo>
                  <a:cubicBezTo>
                    <a:pt x="1014" y="1307"/>
                    <a:pt x="691" y="1396"/>
                    <a:pt x="438" y="1584"/>
                  </a:cubicBezTo>
                  <a:cubicBezTo>
                    <a:pt x="181" y="1771"/>
                    <a:pt x="0" y="2081"/>
                    <a:pt x="10" y="2397"/>
                  </a:cubicBezTo>
                  <a:cubicBezTo>
                    <a:pt x="17" y="2716"/>
                    <a:pt x="244" y="3028"/>
                    <a:pt x="556" y="3094"/>
                  </a:cubicBezTo>
                  <a:cubicBezTo>
                    <a:pt x="602" y="3103"/>
                    <a:pt x="647" y="3107"/>
                    <a:pt x="692" y="3107"/>
                  </a:cubicBezTo>
                  <a:cubicBezTo>
                    <a:pt x="909" y="3107"/>
                    <a:pt x="1122" y="3012"/>
                    <a:pt x="1323" y="2920"/>
                  </a:cubicBezTo>
                  <a:lnTo>
                    <a:pt x="1323" y="2920"/>
                  </a:lnTo>
                  <a:cubicBezTo>
                    <a:pt x="1277" y="3315"/>
                    <a:pt x="1251" y="3752"/>
                    <a:pt x="1494" y="4065"/>
                  </a:cubicBezTo>
                  <a:cubicBezTo>
                    <a:pt x="1653" y="4271"/>
                    <a:pt x="1913" y="4382"/>
                    <a:pt x="2174" y="4382"/>
                  </a:cubicBezTo>
                  <a:cubicBezTo>
                    <a:pt x="2313" y="4382"/>
                    <a:pt x="2452" y="4351"/>
                    <a:pt x="2577" y="4285"/>
                  </a:cubicBezTo>
                  <a:cubicBezTo>
                    <a:pt x="2936" y="4101"/>
                    <a:pt x="3140" y="3687"/>
                    <a:pt x="3103" y="3288"/>
                  </a:cubicBezTo>
                  <a:lnTo>
                    <a:pt x="3103" y="3288"/>
                  </a:lnTo>
                  <a:cubicBezTo>
                    <a:pt x="3182" y="3352"/>
                    <a:pt x="3305" y="3381"/>
                    <a:pt x="3440" y="3381"/>
                  </a:cubicBezTo>
                  <a:cubicBezTo>
                    <a:pt x="3736" y="3381"/>
                    <a:pt x="4091" y="3241"/>
                    <a:pt x="4156" y="3022"/>
                  </a:cubicBezTo>
                  <a:cubicBezTo>
                    <a:pt x="4252" y="2709"/>
                    <a:pt x="4064" y="2360"/>
                    <a:pt x="3785" y="2193"/>
                  </a:cubicBezTo>
                  <a:cubicBezTo>
                    <a:pt x="4048" y="2179"/>
                    <a:pt x="4291" y="1982"/>
                    <a:pt x="4357" y="1729"/>
                  </a:cubicBezTo>
                  <a:cubicBezTo>
                    <a:pt x="4423" y="1472"/>
                    <a:pt x="4308" y="1179"/>
                    <a:pt x="4081" y="1044"/>
                  </a:cubicBezTo>
                  <a:cubicBezTo>
                    <a:pt x="3962" y="971"/>
                    <a:pt x="3829" y="943"/>
                    <a:pt x="3692" y="943"/>
                  </a:cubicBezTo>
                  <a:cubicBezTo>
                    <a:pt x="3481" y="943"/>
                    <a:pt x="3260" y="1009"/>
                    <a:pt x="3061" y="1080"/>
                  </a:cubicBezTo>
                  <a:cubicBezTo>
                    <a:pt x="3038" y="840"/>
                    <a:pt x="2978" y="597"/>
                    <a:pt x="2847" y="393"/>
                  </a:cubicBezTo>
                  <a:cubicBezTo>
                    <a:pt x="2715" y="189"/>
                    <a:pt x="2501" y="27"/>
                    <a:pt x="2261" y="4"/>
                  </a:cubicBezTo>
                  <a:cubicBezTo>
                    <a:pt x="2240" y="2"/>
                    <a:pt x="2218" y="1"/>
                    <a:pt x="2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6"/>
            <p:cNvSpPr/>
            <p:nvPr/>
          </p:nvSpPr>
          <p:spPr>
            <a:xfrm flipH="1">
              <a:off x="7570817" y="1428730"/>
              <a:ext cx="67738" cy="12110"/>
            </a:xfrm>
            <a:custGeom>
              <a:rect b="b" l="l" r="r" t="t"/>
              <a:pathLst>
                <a:path extrusionOk="0" h="182" w="1018">
                  <a:moveTo>
                    <a:pt x="648" y="0"/>
                  </a:moveTo>
                  <a:cubicBezTo>
                    <a:pt x="597" y="0"/>
                    <a:pt x="546" y="4"/>
                    <a:pt x="494" y="10"/>
                  </a:cubicBezTo>
                  <a:cubicBezTo>
                    <a:pt x="323" y="30"/>
                    <a:pt x="149" y="83"/>
                    <a:pt x="1" y="181"/>
                  </a:cubicBezTo>
                  <a:cubicBezTo>
                    <a:pt x="165" y="125"/>
                    <a:pt x="330" y="79"/>
                    <a:pt x="504" y="63"/>
                  </a:cubicBezTo>
                  <a:cubicBezTo>
                    <a:pt x="584" y="53"/>
                    <a:pt x="665" y="49"/>
                    <a:pt x="747" y="49"/>
                  </a:cubicBezTo>
                  <a:cubicBezTo>
                    <a:pt x="836" y="49"/>
                    <a:pt x="926" y="54"/>
                    <a:pt x="1018" y="63"/>
                  </a:cubicBezTo>
                  <a:cubicBezTo>
                    <a:pt x="900" y="21"/>
                    <a:pt x="775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6"/>
            <p:cNvSpPr/>
            <p:nvPr/>
          </p:nvSpPr>
          <p:spPr>
            <a:xfrm flipH="1">
              <a:off x="7539276" y="1346819"/>
              <a:ext cx="4458" cy="56559"/>
            </a:xfrm>
            <a:custGeom>
              <a:rect b="b" l="l" r="r" t="t"/>
              <a:pathLst>
                <a:path extrusionOk="0" h="850" w="67">
                  <a:moveTo>
                    <a:pt x="53" y="1"/>
                  </a:moveTo>
                  <a:cubicBezTo>
                    <a:pt x="40" y="70"/>
                    <a:pt x="34" y="142"/>
                    <a:pt x="24" y="211"/>
                  </a:cubicBezTo>
                  <a:cubicBezTo>
                    <a:pt x="17" y="287"/>
                    <a:pt x="11" y="356"/>
                    <a:pt x="7" y="425"/>
                  </a:cubicBezTo>
                  <a:cubicBezTo>
                    <a:pt x="4" y="563"/>
                    <a:pt x="1" y="705"/>
                    <a:pt x="17" y="850"/>
                  </a:cubicBezTo>
                  <a:cubicBezTo>
                    <a:pt x="40" y="708"/>
                    <a:pt x="53" y="570"/>
                    <a:pt x="60" y="428"/>
                  </a:cubicBezTo>
                  <a:cubicBezTo>
                    <a:pt x="66" y="356"/>
                    <a:pt x="66" y="287"/>
                    <a:pt x="66" y="215"/>
                  </a:cubicBezTo>
                  <a:cubicBezTo>
                    <a:pt x="66" y="145"/>
                    <a:pt x="60" y="73"/>
                    <a:pt x="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6"/>
            <p:cNvSpPr/>
            <p:nvPr/>
          </p:nvSpPr>
          <p:spPr>
            <a:xfrm flipH="1">
              <a:off x="7452374" y="1403511"/>
              <a:ext cx="46445" cy="22224"/>
            </a:xfrm>
            <a:custGeom>
              <a:rect b="b" l="l" r="r" t="t"/>
              <a:pathLst>
                <a:path extrusionOk="0" h="334" w="698">
                  <a:moveTo>
                    <a:pt x="698" y="1"/>
                  </a:moveTo>
                  <a:lnTo>
                    <a:pt x="698" y="1"/>
                  </a:lnTo>
                  <a:cubicBezTo>
                    <a:pt x="566" y="4"/>
                    <a:pt x="435" y="40"/>
                    <a:pt x="316" y="100"/>
                  </a:cubicBezTo>
                  <a:cubicBezTo>
                    <a:pt x="198" y="159"/>
                    <a:pt x="86" y="235"/>
                    <a:pt x="0" y="333"/>
                  </a:cubicBezTo>
                  <a:cubicBezTo>
                    <a:pt x="115" y="264"/>
                    <a:pt x="224" y="198"/>
                    <a:pt x="336" y="146"/>
                  </a:cubicBezTo>
                  <a:cubicBezTo>
                    <a:pt x="454" y="93"/>
                    <a:pt x="576" y="47"/>
                    <a:pt x="6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6"/>
            <p:cNvSpPr/>
            <p:nvPr/>
          </p:nvSpPr>
          <p:spPr>
            <a:xfrm flipH="1">
              <a:off x="7467479" y="1454681"/>
              <a:ext cx="47110" cy="23622"/>
            </a:xfrm>
            <a:custGeom>
              <a:rect b="b" l="l" r="r" t="t"/>
              <a:pathLst>
                <a:path extrusionOk="0" h="355" w="708">
                  <a:moveTo>
                    <a:pt x="43" y="0"/>
                  </a:moveTo>
                  <a:cubicBezTo>
                    <a:pt x="29" y="0"/>
                    <a:pt x="15" y="1"/>
                    <a:pt x="0" y="2"/>
                  </a:cubicBezTo>
                  <a:cubicBezTo>
                    <a:pt x="132" y="38"/>
                    <a:pt x="260" y="81"/>
                    <a:pt x="375" y="137"/>
                  </a:cubicBezTo>
                  <a:cubicBezTo>
                    <a:pt x="494" y="196"/>
                    <a:pt x="602" y="269"/>
                    <a:pt x="708" y="354"/>
                  </a:cubicBezTo>
                  <a:cubicBezTo>
                    <a:pt x="635" y="239"/>
                    <a:pt x="524" y="150"/>
                    <a:pt x="398" y="88"/>
                  </a:cubicBezTo>
                  <a:cubicBezTo>
                    <a:pt x="289" y="37"/>
                    <a:pt x="167" y="0"/>
                    <a:pt x="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6"/>
            <p:cNvSpPr/>
            <p:nvPr/>
          </p:nvSpPr>
          <p:spPr>
            <a:xfrm flipH="1">
              <a:off x="7549590" y="1471183"/>
              <a:ext cx="4192" cy="45181"/>
            </a:xfrm>
            <a:custGeom>
              <a:rect b="b" l="l" r="r" t="t"/>
              <a:pathLst>
                <a:path extrusionOk="0" h="679" w="63">
                  <a:moveTo>
                    <a:pt x="46" y="1"/>
                  </a:moveTo>
                  <a:cubicBezTo>
                    <a:pt x="23" y="113"/>
                    <a:pt x="10" y="228"/>
                    <a:pt x="7" y="336"/>
                  </a:cubicBezTo>
                  <a:cubicBezTo>
                    <a:pt x="0" y="392"/>
                    <a:pt x="0" y="448"/>
                    <a:pt x="0" y="504"/>
                  </a:cubicBezTo>
                  <a:cubicBezTo>
                    <a:pt x="0" y="563"/>
                    <a:pt x="7" y="619"/>
                    <a:pt x="13" y="679"/>
                  </a:cubicBezTo>
                  <a:cubicBezTo>
                    <a:pt x="27" y="623"/>
                    <a:pt x="36" y="567"/>
                    <a:pt x="43" y="511"/>
                  </a:cubicBezTo>
                  <a:cubicBezTo>
                    <a:pt x="46" y="458"/>
                    <a:pt x="53" y="399"/>
                    <a:pt x="56" y="343"/>
                  </a:cubicBezTo>
                  <a:cubicBezTo>
                    <a:pt x="63" y="228"/>
                    <a:pt x="63" y="116"/>
                    <a:pt x="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6"/>
            <p:cNvSpPr/>
            <p:nvPr/>
          </p:nvSpPr>
          <p:spPr>
            <a:xfrm flipH="1">
              <a:off x="7492632" y="1383815"/>
              <a:ext cx="101873" cy="101873"/>
            </a:xfrm>
            <a:custGeom>
              <a:rect b="b" l="l" r="r" t="t"/>
              <a:pathLst>
                <a:path extrusionOk="0" h="1531" w="1531">
                  <a:moveTo>
                    <a:pt x="767" y="1"/>
                  </a:moveTo>
                  <a:cubicBezTo>
                    <a:pt x="342" y="1"/>
                    <a:pt x="0" y="343"/>
                    <a:pt x="0" y="768"/>
                  </a:cubicBezTo>
                  <a:cubicBezTo>
                    <a:pt x="0" y="1189"/>
                    <a:pt x="342" y="1531"/>
                    <a:pt x="767" y="1531"/>
                  </a:cubicBezTo>
                  <a:cubicBezTo>
                    <a:pt x="1188" y="1531"/>
                    <a:pt x="1530" y="1189"/>
                    <a:pt x="1530" y="768"/>
                  </a:cubicBezTo>
                  <a:cubicBezTo>
                    <a:pt x="1530" y="343"/>
                    <a:pt x="1191" y="1"/>
                    <a:pt x="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6"/>
            <p:cNvSpPr/>
            <p:nvPr/>
          </p:nvSpPr>
          <p:spPr>
            <a:xfrm flipH="1">
              <a:off x="6710048" y="1703543"/>
              <a:ext cx="208071" cy="291911"/>
            </a:xfrm>
            <a:custGeom>
              <a:rect b="b" l="l" r="r" t="t"/>
              <a:pathLst>
                <a:path extrusionOk="0" h="4387" w="3127">
                  <a:moveTo>
                    <a:pt x="3037" y="0"/>
                  </a:moveTo>
                  <a:cubicBezTo>
                    <a:pt x="2100" y="1481"/>
                    <a:pt x="1076" y="2939"/>
                    <a:pt x="0" y="4321"/>
                  </a:cubicBezTo>
                  <a:lnTo>
                    <a:pt x="86" y="4387"/>
                  </a:lnTo>
                  <a:cubicBezTo>
                    <a:pt x="1165" y="2998"/>
                    <a:pt x="2188" y="1544"/>
                    <a:pt x="3126" y="59"/>
                  </a:cubicBezTo>
                  <a:lnTo>
                    <a:pt x="30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6"/>
            <p:cNvSpPr/>
            <p:nvPr/>
          </p:nvSpPr>
          <p:spPr>
            <a:xfrm flipH="1">
              <a:off x="6567519" y="1579245"/>
              <a:ext cx="297168" cy="264563"/>
            </a:xfrm>
            <a:custGeom>
              <a:rect b="b" l="l" r="r" t="t"/>
              <a:pathLst>
                <a:path extrusionOk="0" h="3976" w="4466">
                  <a:moveTo>
                    <a:pt x="2894" y="1"/>
                  </a:moveTo>
                  <a:cubicBezTo>
                    <a:pt x="2757" y="1"/>
                    <a:pt x="2618" y="34"/>
                    <a:pt x="2494" y="95"/>
                  </a:cubicBezTo>
                  <a:cubicBezTo>
                    <a:pt x="2241" y="223"/>
                    <a:pt x="1981" y="506"/>
                    <a:pt x="1856" y="763"/>
                  </a:cubicBezTo>
                  <a:cubicBezTo>
                    <a:pt x="1611" y="639"/>
                    <a:pt x="1342" y="558"/>
                    <a:pt x="1069" y="558"/>
                  </a:cubicBezTo>
                  <a:cubicBezTo>
                    <a:pt x="1023" y="558"/>
                    <a:pt x="977" y="560"/>
                    <a:pt x="931" y="565"/>
                  </a:cubicBezTo>
                  <a:cubicBezTo>
                    <a:pt x="615" y="598"/>
                    <a:pt x="303" y="769"/>
                    <a:pt x="151" y="1049"/>
                  </a:cubicBezTo>
                  <a:cubicBezTo>
                    <a:pt x="0" y="1325"/>
                    <a:pt x="36" y="1714"/>
                    <a:pt x="270" y="1927"/>
                  </a:cubicBezTo>
                  <a:cubicBezTo>
                    <a:pt x="467" y="2102"/>
                    <a:pt x="750" y="2141"/>
                    <a:pt x="1014" y="2164"/>
                  </a:cubicBezTo>
                  <a:cubicBezTo>
                    <a:pt x="777" y="2480"/>
                    <a:pt x="533" y="2849"/>
                    <a:pt x="583" y="3237"/>
                  </a:cubicBezTo>
                  <a:cubicBezTo>
                    <a:pt x="632" y="3632"/>
                    <a:pt x="1004" y="3954"/>
                    <a:pt x="1402" y="3974"/>
                  </a:cubicBezTo>
                  <a:cubicBezTo>
                    <a:pt x="1416" y="3975"/>
                    <a:pt x="1431" y="3975"/>
                    <a:pt x="1446" y="3975"/>
                  </a:cubicBezTo>
                  <a:cubicBezTo>
                    <a:pt x="1828" y="3975"/>
                    <a:pt x="2198" y="3727"/>
                    <a:pt x="2359" y="3379"/>
                  </a:cubicBezTo>
                  <a:cubicBezTo>
                    <a:pt x="2443" y="3598"/>
                    <a:pt x="2826" y="3777"/>
                    <a:pt x="3124" y="3777"/>
                  </a:cubicBezTo>
                  <a:cubicBezTo>
                    <a:pt x="3238" y="3777"/>
                    <a:pt x="3339" y="3751"/>
                    <a:pt x="3406" y="3691"/>
                  </a:cubicBezTo>
                  <a:cubicBezTo>
                    <a:pt x="3649" y="3474"/>
                    <a:pt x="3666" y="3079"/>
                    <a:pt x="3508" y="2790"/>
                  </a:cubicBezTo>
                  <a:lnTo>
                    <a:pt x="3508" y="2790"/>
                  </a:lnTo>
                  <a:cubicBezTo>
                    <a:pt x="3594" y="2836"/>
                    <a:pt x="3691" y="2859"/>
                    <a:pt x="3789" y="2859"/>
                  </a:cubicBezTo>
                  <a:cubicBezTo>
                    <a:pt x="3954" y="2859"/>
                    <a:pt x="4120" y="2795"/>
                    <a:pt x="4235" y="2678"/>
                  </a:cubicBezTo>
                  <a:cubicBezTo>
                    <a:pt x="4423" y="2493"/>
                    <a:pt x="4466" y="2181"/>
                    <a:pt x="4344" y="1950"/>
                  </a:cubicBezTo>
                  <a:cubicBezTo>
                    <a:pt x="4179" y="1638"/>
                    <a:pt x="3791" y="1533"/>
                    <a:pt x="3445" y="1467"/>
                  </a:cubicBezTo>
                  <a:cubicBezTo>
                    <a:pt x="3547" y="1243"/>
                    <a:pt x="3623" y="1006"/>
                    <a:pt x="3613" y="763"/>
                  </a:cubicBezTo>
                  <a:cubicBezTo>
                    <a:pt x="3607" y="519"/>
                    <a:pt x="3505" y="272"/>
                    <a:pt x="3307" y="127"/>
                  </a:cubicBezTo>
                  <a:cubicBezTo>
                    <a:pt x="3187" y="40"/>
                    <a:pt x="3042" y="1"/>
                    <a:pt x="28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6"/>
            <p:cNvSpPr/>
            <p:nvPr/>
          </p:nvSpPr>
          <p:spPr>
            <a:xfrm flipH="1">
              <a:off x="6738726" y="1669275"/>
              <a:ext cx="62481" cy="27747"/>
            </a:xfrm>
            <a:custGeom>
              <a:rect b="b" l="l" r="r" t="t"/>
              <a:pathLst>
                <a:path extrusionOk="0" h="417" w="939">
                  <a:moveTo>
                    <a:pt x="54" y="0"/>
                  </a:moveTo>
                  <a:cubicBezTo>
                    <a:pt x="36" y="0"/>
                    <a:pt x="18" y="1"/>
                    <a:pt x="0" y="2"/>
                  </a:cubicBezTo>
                  <a:cubicBezTo>
                    <a:pt x="171" y="35"/>
                    <a:pt x="336" y="84"/>
                    <a:pt x="494" y="153"/>
                  </a:cubicBezTo>
                  <a:cubicBezTo>
                    <a:pt x="649" y="222"/>
                    <a:pt x="797" y="314"/>
                    <a:pt x="938" y="416"/>
                  </a:cubicBezTo>
                  <a:cubicBezTo>
                    <a:pt x="826" y="282"/>
                    <a:pt x="675" y="173"/>
                    <a:pt x="514" y="104"/>
                  </a:cubicBezTo>
                  <a:cubicBezTo>
                    <a:pt x="369" y="39"/>
                    <a:pt x="213" y="0"/>
                    <a:pt x="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6"/>
            <p:cNvSpPr/>
            <p:nvPr/>
          </p:nvSpPr>
          <p:spPr>
            <a:xfrm flipH="1">
              <a:off x="6668924" y="1638067"/>
              <a:ext cx="30675" cy="47776"/>
            </a:xfrm>
            <a:custGeom>
              <a:rect b="b" l="l" r="r" t="t"/>
              <a:pathLst>
                <a:path extrusionOk="0" h="718" w="461">
                  <a:moveTo>
                    <a:pt x="461" y="0"/>
                  </a:moveTo>
                  <a:lnTo>
                    <a:pt x="461" y="0"/>
                  </a:lnTo>
                  <a:cubicBezTo>
                    <a:pt x="415" y="56"/>
                    <a:pt x="369" y="112"/>
                    <a:pt x="329" y="171"/>
                  </a:cubicBezTo>
                  <a:cubicBezTo>
                    <a:pt x="287" y="227"/>
                    <a:pt x="247" y="290"/>
                    <a:pt x="208" y="346"/>
                  </a:cubicBezTo>
                  <a:cubicBezTo>
                    <a:pt x="132" y="468"/>
                    <a:pt x="56" y="586"/>
                    <a:pt x="0" y="718"/>
                  </a:cubicBezTo>
                  <a:cubicBezTo>
                    <a:pt x="92" y="609"/>
                    <a:pt x="175" y="491"/>
                    <a:pt x="250" y="372"/>
                  </a:cubicBezTo>
                  <a:cubicBezTo>
                    <a:pt x="287" y="313"/>
                    <a:pt x="326" y="254"/>
                    <a:pt x="362" y="191"/>
                  </a:cubicBezTo>
                  <a:cubicBezTo>
                    <a:pt x="398" y="129"/>
                    <a:pt x="431" y="66"/>
                    <a:pt x="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6"/>
            <p:cNvSpPr/>
            <p:nvPr/>
          </p:nvSpPr>
          <p:spPr>
            <a:xfrm flipH="1">
              <a:off x="6621614" y="1723971"/>
              <a:ext cx="51502" cy="7852"/>
            </a:xfrm>
            <a:custGeom>
              <a:rect b="b" l="l" r="r" t="t"/>
              <a:pathLst>
                <a:path extrusionOk="0" h="118" w="774">
                  <a:moveTo>
                    <a:pt x="296" y="1"/>
                  </a:moveTo>
                  <a:cubicBezTo>
                    <a:pt x="196" y="1"/>
                    <a:pt x="97" y="16"/>
                    <a:pt x="0" y="49"/>
                  </a:cubicBezTo>
                  <a:cubicBezTo>
                    <a:pt x="132" y="49"/>
                    <a:pt x="260" y="49"/>
                    <a:pt x="389" y="58"/>
                  </a:cubicBezTo>
                  <a:cubicBezTo>
                    <a:pt x="517" y="72"/>
                    <a:pt x="642" y="91"/>
                    <a:pt x="774" y="118"/>
                  </a:cubicBezTo>
                  <a:cubicBezTo>
                    <a:pt x="659" y="52"/>
                    <a:pt x="527" y="19"/>
                    <a:pt x="395" y="6"/>
                  </a:cubicBezTo>
                  <a:cubicBezTo>
                    <a:pt x="362" y="3"/>
                    <a:pt x="329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6"/>
            <p:cNvSpPr/>
            <p:nvPr/>
          </p:nvSpPr>
          <p:spPr>
            <a:xfrm flipH="1">
              <a:off x="6672650" y="1744266"/>
              <a:ext cx="28745" cy="44515"/>
            </a:xfrm>
            <a:custGeom>
              <a:rect b="b" l="l" r="r" t="t"/>
              <a:pathLst>
                <a:path extrusionOk="0" h="669" w="432">
                  <a:moveTo>
                    <a:pt x="1" y="0"/>
                  </a:moveTo>
                  <a:lnTo>
                    <a:pt x="1" y="0"/>
                  </a:lnTo>
                  <a:cubicBezTo>
                    <a:pt x="96" y="99"/>
                    <a:pt x="182" y="198"/>
                    <a:pt x="254" y="310"/>
                  </a:cubicBezTo>
                  <a:cubicBezTo>
                    <a:pt x="330" y="421"/>
                    <a:pt x="383" y="540"/>
                    <a:pt x="432" y="668"/>
                  </a:cubicBezTo>
                  <a:cubicBezTo>
                    <a:pt x="425" y="533"/>
                    <a:pt x="376" y="395"/>
                    <a:pt x="300" y="280"/>
                  </a:cubicBezTo>
                  <a:cubicBezTo>
                    <a:pt x="225" y="165"/>
                    <a:pt x="123" y="6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6"/>
            <p:cNvSpPr/>
            <p:nvPr/>
          </p:nvSpPr>
          <p:spPr>
            <a:xfrm flipH="1">
              <a:off x="6740722" y="1740340"/>
              <a:ext cx="25019" cy="37928"/>
            </a:xfrm>
            <a:custGeom>
              <a:rect b="b" l="l" r="r" t="t"/>
              <a:pathLst>
                <a:path extrusionOk="0" h="570" w="376">
                  <a:moveTo>
                    <a:pt x="376" y="0"/>
                  </a:moveTo>
                  <a:lnTo>
                    <a:pt x="376" y="0"/>
                  </a:lnTo>
                  <a:cubicBezTo>
                    <a:pt x="293" y="82"/>
                    <a:pt x="228" y="171"/>
                    <a:pt x="162" y="273"/>
                  </a:cubicBezTo>
                  <a:cubicBezTo>
                    <a:pt x="132" y="319"/>
                    <a:pt x="106" y="369"/>
                    <a:pt x="76" y="418"/>
                  </a:cubicBezTo>
                  <a:cubicBezTo>
                    <a:pt x="50" y="467"/>
                    <a:pt x="23" y="517"/>
                    <a:pt x="0" y="569"/>
                  </a:cubicBezTo>
                  <a:cubicBezTo>
                    <a:pt x="43" y="530"/>
                    <a:pt x="79" y="484"/>
                    <a:pt x="112" y="438"/>
                  </a:cubicBezTo>
                  <a:cubicBezTo>
                    <a:pt x="149" y="395"/>
                    <a:pt x="178" y="346"/>
                    <a:pt x="211" y="299"/>
                  </a:cubicBezTo>
                  <a:cubicBezTo>
                    <a:pt x="274" y="204"/>
                    <a:pt x="330" y="105"/>
                    <a:pt x="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6"/>
            <p:cNvSpPr/>
            <p:nvPr/>
          </p:nvSpPr>
          <p:spPr>
            <a:xfrm flipH="1">
              <a:off x="6657946" y="1661223"/>
              <a:ext cx="116578" cy="102006"/>
            </a:xfrm>
            <a:custGeom>
              <a:rect b="b" l="l" r="r" t="t"/>
              <a:pathLst>
                <a:path extrusionOk="0" h="1533" w="1752">
                  <a:moveTo>
                    <a:pt x="874" y="0"/>
                  </a:moveTo>
                  <a:cubicBezTo>
                    <a:pt x="612" y="0"/>
                    <a:pt x="357" y="134"/>
                    <a:pt x="215" y="376"/>
                  </a:cubicBezTo>
                  <a:cubicBezTo>
                    <a:pt x="1" y="745"/>
                    <a:pt x="123" y="1212"/>
                    <a:pt x="488" y="1426"/>
                  </a:cubicBezTo>
                  <a:cubicBezTo>
                    <a:pt x="611" y="1498"/>
                    <a:pt x="745" y="1532"/>
                    <a:pt x="878" y="1532"/>
                  </a:cubicBezTo>
                  <a:cubicBezTo>
                    <a:pt x="1141" y="1532"/>
                    <a:pt x="1396" y="1399"/>
                    <a:pt x="1538" y="1156"/>
                  </a:cubicBezTo>
                  <a:cubicBezTo>
                    <a:pt x="1751" y="794"/>
                    <a:pt x="1626" y="324"/>
                    <a:pt x="1264" y="106"/>
                  </a:cubicBezTo>
                  <a:cubicBezTo>
                    <a:pt x="1142" y="34"/>
                    <a:pt x="1007" y="0"/>
                    <a:pt x="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6"/>
            <p:cNvSpPr/>
            <p:nvPr/>
          </p:nvSpPr>
          <p:spPr>
            <a:xfrm flipH="1">
              <a:off x="7104833" y="1578513"/>
              <a:ext cx="90494" cy="343147"/>
            </a:xfrm>
            <a:custGeom>
              <a:rect b="b" l="l" r="r" t="t"/>
              <a:pathLst>
                <a:path extrusionOk="0" h="5157" w="1360">
                  <a:moveTo>
                    <a:pt x="1254" y="0"/>
                  </a:moveTo>
                  <a:cubicBezTo>
                    <a:pt x="922" y="1725"/>
                    <a:pt x="497" y="3446"/>
                    <a:pt x="0" y="5130"/>
                  </a:cubicBezTo>
                  <a:lnTo>
                    <a:pt x="102" y="5157"/>
                  </a:lnTo>
                  <a:cubicBezTo>
                    <a:pt x="606" y="3472"/>
                    <a:pt x="1027" y="1744"/>
                    <a:pt x="1359" y="20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6"/>
            <p:cNvSpPr/>
            <p:nvPr/>
          </p:nvSpPr>
          <p:spPr>
            <a:xfrm flipH="1">
              <a:off x="6960974" y="1442770"/>
              <a:ext cx="302890" cy="288784"/>
            </a:xfrm>
            <a:custGeom>
              <a:rect b="b" l="l" r="r" t="t"/>
              <a:pathLst>
                <a:path extrusionOk="0" h="4340" w="4552">
                  <a:moveTo>
                    <a:pt x="2486" y="0"/>
                  </a:moveTo>
                  <a:cubicBezTo>
                    <a:pt x="2258" y="0"/>
                    <a:pt x="2030" y="113"/>
                    <a:pt x="1876" y="286"/>
                  </a:cubicBezTo>
                  <a:cubicBezTo>
                    <a:pt x="1688" y="500"/>
                    <a:pt x="1547" y="859"/>
                    <a:pt x="1524" y="1142"/>
                  </a:cubicBezTo>
                  <a:cubicBezTo>
                    <a:pt x="1460" y="1137"/>
                    <a:pt x="1395" y="1134"/>
                    <a:pt x="1330" y="1134"/>
                  </a:cubicBezTo>
                  <a:cubicBezTo>
                    <a:pt x="1076" y="1134"/>
                    <a:pt x="821" y="1178"/>
                    <a:pt x="592" y="1297"/>
                  </a:cubicBezTo>
                  <a:cubicBezTo>
                    <a:pt x="309" y="1445"/>
                    <a:pt x="82" y="1714"/>
                    <a:pt x="43" y="2030"/>
                  </a:cubicBezTo>
                  <a:cubicBezTo>
                    <a:pt x="0" y="2350"/>
                    <a:pt x="178" y="2695"/>
                    <a:pt x="474" y="2804"/>
                  </a:cubicBezTo>
                  <a:cubicBezTo>
                    <a:pt x="560" y="2837"/>
                    <a:pt x="650" y="2850"/>
                    <a:pt x="741" y="2850"/>
                  </a:cubicBezTo>
                  <a:cubicBezTo>
                    <a:pt x="913" y="2850"/>
                    <a:pt x="1090" y="2804"/>
                    <a:pt x="1257" y="2754"/>
                  </a:cubicBezTo>
                  <a:lnTo>
                    <a:pt x="1257" y="2754"/>
                  </a:lnTo>
                  <a:cubicBezTo>
                    <a:pt x="1145" y="3139"/>
                    <a:pt x="1053" y="3564"/>
                    <a:pt x="1244" y="3913"/>
                  </a:cubicBezTo>
                  <a:cubicBezTo>
                    <a:pt x="1389" y="4182"/>
                    <a:pt x="1701" y="4340"/>
                    <a:pt x="2010" y="4340"/>
                  </a:cubicBezTo>
                  <a:cubicBezTo>
                    <a:pt x="2101" y="4340"/>
                    <a:pt x="2191" y="4326"/>
                    <a:pt x="2277" y="4298"/>
                  </a:cubicBezTo>
                  <a:cubicBezTo>
                    <a:pt x="2656" y="4169"/>
                    <a:pt x="2922" y="3791"/>
                    <a:pt x="2952" y="3393"/>
                  </a:cubicBezTo>
                  <a:cubicBezTo>
                    <a:pt x="3048" y="3500"/>
                    <a:pt x="3243" y="3553"/>
                    <a:pt x="3444" y="3553"/>
                  </a:cubicBezTo>
                  <a:cubicBezTo>
                    <a:pt x="3697" y="3553"/>
                    <a:pt x="3958" y="3469"/>
                    <a:pt x="4041" y="3304"/>
                  </a:cubicBezTo>
                  <a:cubicBezTo>
                    <a:pt x="4183" y="3011"/>
                    <a:pt x="4058" y="2636"/>
                    <a:pt x="3804" y="2425"/>
                  </a:cubicBezTo>
                  <a:lnTo>
                    <a:pt x="3804" y="2425"/>
                  </a:lnTo>
                  <a:cubicBezTo>
                    <a:pt x="3826" y="2428"/>
                    <a:pt x="3847" y="2429"/>
                    <a:pt x="3868" y="2429"/>
                  </a:cubicBezTo>
                  <a:cubicBezTo>
                    <a:pt x="4108" y="2429"/>
                    <a:pt x="4346" y="2280"/>
                    <a:pt x="4443" y="2057"/>
                  </a:cubicBezTo>
                  <a:cubicBezTo>
                    <a:pt x="4551" y="1813"/>
                    <a:pt x="4482" y="1510"/>
                    <a:pt x="4278" y="1336"/>
                  </a:cubicBezTo>
                  <a:cubicBezTo>
                    <a:pt x="4125" y="1205"/>
                    <a:pt x="3928" y="1163"/>
                    <a:pt x="3723" y="1163"/>
                  </a:cubicBezTo>
                  <a:cubicBezTo>
                    <a:pt x="3571" y="1163"/>
                    <a:pt x="3415" y="1186"/>
                    <a:pt x="3268" y="1214"/>
                  </a:cubicBezTo>
                  <a:cubicBezTo>
                    <a:pt x="3281" y="971"/>
                    <a:pt x="3264" y="721"/>
                    <a:pt x="3166" y="497"/>
                  </a:cubicBezTo>
                  <a:cubicBezTo>
                    <a:pt x="3070" y="276"/>
                    <a:pt x="2879" y="82"/>
                    <a:pt x="2646" y="20"/>
                  </a:cubicBezTo>
                  <a:cubicBezTo>
                    <a:pt x="2593" y="7"/>
                    <a:pt x="2540" y="0"/>
                    <a:pt x="2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6"/>
            <p:cNvSpPr/>
            <p:nvPr/>
          </p:nvSpPr>
          <p:spPr>
            <a:xfrm flipH="1">
              <a:off x="7135707" y="1571260"/>
              <a:ext cx="68204" cy="9249"/>
            </a:xfrm>
            <a:custGeom>
              <a:rect b="b" l="l" r="r" t="t"/>
              <a:pathLst>
                <a:path extrusionOk="0" h="139" w="1025">
                  <a:moveTo>
                    <a:pt x="489" y="0"/>
                  </a:moveTo>
                  <a:cubicBezTo>
                    <a:pt x="323" y="0"/>
                    <a:pt x="153" y="28"/>
                    <a:pt x="1" y="96"/>
                  </a:cubicBezTo>
                  <a:cubicBezTo>
                    <a:pt x="141" y="70"/>
                    <a:pt x="277" y="54"/>
                    <a:pt x="415" y="54"/>
                  </a:cubicBezTo>
                  <a:cubicBezTo>
                    <a:pt x="448" y="54"/>
                    <a:pt x="481" y="55"/>
                    <a:pt x="514" y="57"/>
                  </a:cubicBezTo>
                  <a:cubicBezTo>
                    <a:pt x="689" y="63"/>
                    <a:pt x="856" y="93"/>
                    <a:pt x="1024" y="139"/>
                  </a:cubicBezTo>
                  <a:cubicBezTo>
                    <a:pt x="873" y="50"/>
                    <a:pt x="695" y="10"/>
                    <a:pt x="517" y="1"/>
                  </a:cubicBezTo>
                  <a:cubicBezTo>
                    <a:pt x="508" y="0"/>
                    <a:pt x="498" y="0"/>
                    <a:pt x="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6"/>
            <p:cNvSpPr/>
            <p:nvPr/>
          </p:nvSpPr>
          <p:spPr>
            <a:xfrm flipH="1">
              <a:off x="7092123" y="1500128"/>
              <a:ext cx="11245" cy="55627"/>
            </a:xfrm>
            <a:custGeom>
              <a:rect b="b" l="l" r="r" t="t"/>
              <a:pathLst>
                <a:path extrusionOk="0" h="836" w="169">
                  <a:moveTo>
                    <a:pt x="168" y="0"/>
                  </a:moveTo>
                  <a:cubicBezTo>
                    <a:pt x="145" y="73"/>
                    <a:pt x="122" y="138"/>
                    <a:pt x="106" y="207"/>
                  </a:cubicBezTo>
                  <a:cubicBezTo>
                    <a:pt x="86" y="273"/>
                    <a:pt x="73" y="342"/>
                    <a:pt x="56" y="411"/>
                  </a:cubicBezTo>
                  <a:cubicBezTo>
                    <a:pt x="30" y="553"/>
                    <a:pt x="7" y="691"/>
                    <a:pt x="0" y="836"/>
                  </a:cubicBezTo>
                  <a:cubicBezTo>
                    <a:pt x="50" y="701"/>
                    <a:pt x="82" y="566"/>
                    <a:pt x="112" y="425"/>
                  </a:cubicBezTo>
                  <a:cubicBezTo>
                    <a:pt x="122" y="356"/>
                    <a:pt x="138" y="286"/>
                    <a:pt x="148" y="214"/>
                  </a:cubicBezTo>
                  <a:cubicBezTo>
                    <a:pt x="155" y="145"/>
                    <a:pt x="165" y="73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6"/>
            <p:cNvSpPr/>
            <p:nvPr/>
          </p:nvSpPr>
          <p:spPr>
            <a:xfrm flipH="1">
              <a:off x="7013738" y="1569530"/>
              <a:ext cx="49772" cy="14972"/>
            </a:xfrm>
            <a:custGeom>
              <a:rect b="b" l="l" r="r" t="t"/>
              <a:pathLst>
                <a:path extrusionOk="0" h="225" w="748">
                  <a:moveTo>
                    <a:pt x="642" y="0"/>
                  </a:moveTo>
                  <a:cubicBezTo>
                    <a:pt x="543" y="0"/>
                    <a:pt x="444" y="16"/>
                    <a:pt x="352" y="43"/>
                  </a:cubicBezTo>
                  <a:cubicBezTo>
                    <a:pt x="224" y="83"/>
                    <a:pt x="105" y="139"/>
                    <a:pt x="0" y="224"/>
                  </a:cubicBezTo>
                  <a:cubicBezTo>
                    <a:pt x="125" y="181"/>
                    <a:pt x="244" y="132"/>
                    <a:pt x="369" y="92"/>
                  </a:cubicBezTo>
                  <a:cubicBezTo>
                    <a:pt x="490" y="56"/>
                    <a:pt x="615" y="30"/>
                    <a:pt x="747" y="7"/>
                  </a:cubicBezTo>
                  <a:cubicBezTo>
                    <a:pt x="712" y="3"/>
                    <a:pt x="677" y="0"/>
                    <a:pt x="6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6"/>
            <p:cNvSpPr/>
            <p:nvPr/>
          </p:nvSpPr>
          <p:spPr>
            <a:xfrm flipH="1">
              <a:off x="7040687" y="1611118"/>
              <a:ext cx="42785" cy="30475"/>
            </a:xfrm>
            <a:custGeom>
              <a:rect b="b" l="l" r="r" t="t"/>
              <a:pathLst>
                <a:path extrusionOk="0" h="458" w="643">
                  <a:moveTo>
                    <a:pt x="1" y="1"/>
                  </a:moveTo>
                  <a:lnTo>
                    <a:pt x="1" y="1"/>
                  </a:lnTo>
                  <a:cubicBezTo>
                    <a:pt x="126" y="53"/>
                    <a:pt x="244" y="116"/>
                    <a:pt x="346" y="191"/>
                  </a:cubicBezTo>
                  <a:cubicBezTo>
                    <a:pt x="458" y="267"/>
                    <a:pt x="553" y="356"/>
                    <a:pt x="642" y="458"/>
                  </a:cubicBezTo>
                  <a:cubicBezTo>
                    <a:pt x="583" y="333"/>
                    <a:pt x="491" y="231"/>
                    <a:pt x="379" y="149"/>
                  </a:cubicBezTo>
                  <a:cubicBezTo>
                    <a:pt x="267" y="70"/>
                    <a:pt x="136" y="1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6"/>
            <p:cNvSpPr/>
            <p:nvPr/>
          </p:nvSpPr>
          <p:spPr>
            <a:xfrm flipH="1">
              <a:off x="7121733" y="1621432"/>
              <a:ext cx="9648" cy="44049"/>
            </a:xfrm>
            <a:custGeom>
              <a:rect b="b" l="l" r="r" t="t"/>
              <a:pathLst>
                <a:path extrusionOk="0" h="662" w="145">
                  <a:moveTo>
                    <a:pt x="145" y="0"/>
                  </a:moveTo>
                  <a:lnTo>
                    <a:pt x="145" y="0"/>
                  </a:lnTo>
                  <a:cubicBezTo>
                    <a:pt x="99" y="109"/>
                    <a:pt x="72" y="217"/>
                    <a:pt x="46" y="326"/>
                  </a:cubicBezTo>
                  <a:cubicBezTo>
                    <a:pt x="33" y="382"/>
                    <a:pt x="26" y="438"/>
                    <a:pt x="16" y="494"/>
                  </a:cubicBezTo>
                  <a:cubicBezTo>
                    <a:pt x="10" y="546"/>
                    <a:pt x="0" y="606"/>
                    <a:pt x="0" y="662"/>
                  </a:cubicBezTo>
                  <a:cubicBezTo>
                    <a:pt x="26" y="609"/>
                    <a:pt x="43" y="556"/>
                    <a:pt x="59" y="504"/>
                  </a:cubicBezTo>
                  <a:cubicBezTo>
                    <a:pt x="76" y="448"/>
                    <a:pt x="86" y="392"/>
                    <a:pt x="99" y="339"/>
                  </a:cubicBezTo>
                  <a:cubicBezTo>
                    <a:pt x="125" y="227"/>
                    <a:pt x="142" y="115"/>
                    <a:pt x="1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6"/>
            <p:cNvSpPr/>
            <p:nvPr/>
          </p:nvSpPr>
          <p:spPr>
            <a:xfrm flipH="1">
              <a:off x="7054462" y="1535528"/>
              <a:ext cx="109591" cy="101939"/>
            </a:xfrm>
            <a:custGeom>
              <a:rect b="b" l="l" r="r" t="t"/>
              <a:pathLst>
                <a:path extrusionOk="0" h="1532" w="1647">
                  <a:moveTo>
                    <a:pt x="823" y="1"/>
                  </a:moveTo>
                  <a:cubicBezTo>
                    <a:pt x="457" y="1"/>
                    <a:pt x="132" y="268"/>
                    <a:pt x="73" y="646"/>
                  </a:cubicBezTo>
                  <a:cubicBezTo>
                    <a:pt x="1" y="1061"/>
                    <a:pt x="287" y="1456"/>
                    <a:pt x="705" y="1522"/>
                  </a:cubicBezTo>
                  <a:cubicBezTo>
                    <a:pt x="747" y="1529"/>
                    <a:pt x="789" y="1532"/>
                    <a:pt x="831" y="1532"/>
                  </a:cubicBezTo>
                  <a:cubicBezTo>
                    <a:pt x="1199" y="1532"/>
                    <a:pt x="1524" y="1265"/>
                    <a:pt x="1584" y="890"/>
                  </a:cubicBezTo>
                  <a:cubicBezTo>
                    <a:pt x="1646" y="469"/>
                    <a:pt x="1363" y="77"/>
                    <a:pt x="948" y="11"/>
                  </a:cubicBezTo>
                  <a:cubicBezTo>
                    <a:pt x="906" y="4"/>
                    <a:pt x="865" y="1"/>
                    <a:pt x="8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6"/>
            <p:cNvSpPr/>
            <p:nvPr/>
          </p:nvSpPr>
          <p:spPr>
            <a:xfrm flipH="1">
              <a:off x="7190006" y="1228576"/>
              <a:ext cx="207472" cy="138669"/>
            </a:xfrm>
            <a:custGeom>
              <a:rect b="b" l="l" r="r" t="t"/>
              <a:pathLst>
                <a:path extrusionOk="0" h="2084" w="3118">
                  <a:moveTo>
                    <a:pt x="820" y="1"/>
                  </a:moveTo>
                  <a:cubicBezTo>
                    <a:pt x="501" y="343"/>
                    <a:pt x="225" y="725"/>
                    <a:pt x="1" y="1136"/>
                  </a:cubicBezTo>
                  <a:cubicBezTo>
                    <a:pt x="218" y="1639"/>
                    <a:pt x="922" y="2038"/>
                    <a:pt x="1472" y="2080"/>
                  </a:cubicBezTo>
                  <a:cubicBezTo>
                    <a:pt x="1504" y="2083"/>
                    <a:pt x="1536" y="2084"/>
                    <a:pt x="1569" y="2084"/>
                  </a:cubicBezTo>
                  <a:cubicBezTo>
                    <a:pt x="2086" y="2084"/>
                    <a:pt x="2631" y="1822"/>
                    <a:pt x="3117" y="1643"/>
                  </a:cubicBezTo>
                  <a:cubicBezTo>
                    <a:pt x="2969" y="1136"/>
                    <a:pt x="2781" y="639"/>
                    <a:pt x="2564" y="162"/>
                  </a:cubicBezTo>
                  <a:cubicBezTo>
                    <a:pt x="2271" y="517"/>
                    <a:pt x="1942" y="840"/>
                    <a:pt x="1587" y="1129"/>
                  </a:cubicBezTo>
                  <a:cubicBezTo>
                    <a:pt x="1565" y="1146"/>
                    <a:pt x="1540" y="1162"/>
                    <a:pt x="1515" y="1162"/>
                  </a:cubicBezTo>
                  <a:cubicBezTo>
                    <a:pt x="1509" y="1162"/>
                    <a:pt x="1504" y="1161"/>
                    <a:pt x="1498" y="1159"/>
                  </a:cubicBezTo>
                  <a:cubicBezTo>
                    <a:pt x="1478" y="1149"/>
                    <a:pt x="1472" y="1126"/>
                    <a:pt x="1462" y="1103"/>
                  </a:cubicBezTo>
                  <a:cubicBezTo>
                    <a:pt x="1314" y="702"/>
                    <a:pt x="1097" y="326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6"/>
            <p:cNvSpPr/>
            <p:nvPr/>
          </p:nvSpPr>
          <p:spPr>
            <a:xfrm flipH="1">
              <a:off x="7308714" y="1459605"/>
              <a:ext cx="116578" cy="409088"/>
            </a:xfrm>
            <a:custGeom>
              <a:rect b="b" l="l" r="r" t="t"/>
              <a:pathLst>
                <a:path extrusionOk="0" h="6148" w="1752">
                  <a:moveTo>
                    <a:pt x="1646" y="0"/>
                  </a:moveTo>
                  <a:cubicBezTo>
                    <a:pt x="1406" y="2110"/>
                    <a:pt x="692" y="4143"/>
                    <a:pt x="1" y="6108"/>
                  </a:cubicBezTo>
                  <a:lnTo>
                    <a:pt x="103" y="6147"/>
                  </a:lnTo>
                  <a:cubicBezTo>
                    <a:pt x="794" y="4173"/>
                    <a:pt x="1511" y="2136"/>
                    <a:pt x="1752" y="14"/>
                  </a:cubicBezTo>
                  <a:lnTo>
                    <a:pt x="16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6"/>
            <p:cNvSpPr/>
            <p:nvPr/>
          </p:nvSpPr>
          <p:spPr>
            <a:xfrm flipH="1">
              <a:off x="7151081" y="1231637"/>
              <a:ext cx="285124" cy="264829"/>
            </a:xfrm>
            <a:custGeom>
              <a:rect b="b" l="l" r="r" t="t"/>
              <a:pathLst>
                <a:path extrusionOk="0" h="3980" w="4285">
                  <a:moveTo>
                    <a:pt x="2172" y="1"/>
                  </a:moveTo>
                  <a:cubicBezTo>
                    <a:pt x="1846" y="409"/>
                    <a:pt x="1527" y="820"/>
                    <a:pt x="1201" y="1228"/>
                  </a:cubicBezTo>
                  <a:cubicBezTo>
                    <a:pt x="1188" y="1245"/>
                    <a:pt x="1172" y="1261"/>
                    <a:pt x="1152" y="1264"/>
                  </a:cubicBezTo>
                  <a:cubicBezTo>
                    <a:pt x="1151" y="1265"/>
                    <a:pt x="1149" y="1265"/>
                    <a:pt x="1148" y="1265"/>
                  </a:cubicBezTo>
                  <a:cubicBezTo>
                    <a:pt x="1120" y="1265"/>
                    <a:pt x="1102" y="1237"/>
                    <a:pt x="1086" y="1215"/>
                  </a:cubicBezTo>
                  <a:cubicBezTo>
                    <a:pt x="856" y="837"/>
                    <a:pt x="580" y="471"/>
                    <a:pt x="349" y="96"/>
                  </a:cubicBezTo>
                  <a:cubicBezTo>
                    <a:pt x="155" y="672"/>
                    <a:pt x="0" y="1268"/>
                    <a:pt x="23" y="1873"/>
                  </a:cubicBezTo>
                  <a:cubicBezTo>
                    <a:pt x="50" y="2479"/>
                    <a:pt x="280" y="3094"/>
                    <a:pt x="744" y="3482"/>
                  </a:cubicBezTo>
                  <a:cubicBezTo>
                    <a:pt x="1024" y="3716"/>
                    <a:pt x="1379" y="3854"/>
                    <a:pt x="1735" y="3930"/>
                  </a:cubicBezTo>
                  <a:cubicBezTo>
                    <a:pt x="1884" y="3958"/>
                    <a:pt x="2039" y="3980"/>
                    <a:pt x="2192" y="3980"/>
                  </a:cubicBezTo>
                  <a:cubicBezTo>
                    <a:pt x="2252" y="3980"/>
                    <a:pt x="2311" y="3977"/>
                    <a:pt x="2370" y="3969"/>
                  </a:cubicBezTo>
                  <a:cubicBezTo>
                    <a:pt x="3140" y="3880"/>
                    <a:pt x="3702" y="3186"/>
                    <a:pt x="3969" y="2456"/>
                  </a:cubicBezTo>
                  <a:cubicBezTo>
                    <a:pt x="4232" y="1742"/>
                    <a:pt x="4285" y="949"/>
                    <a:pt x="4120" y="198"/>
                  </a:cubicBezTo>
                  <a:lnTo>
                    <a:pt x="4120" y="198"/>
                  </a:lnTo>
                  <a:cubicBezTo>
                    <a:pt x="3824" y="577"/>
                    <a:pt x="3433" y="972"/>
                    <a:pt x="3140" y="1360"/>
                  </a:cubicBezTo>
                  <a:cubicBezTo>
                    <a:pt x="3123" y="1380"/>
                    <a:pt x="3100" y="1399"/>
                    <a:pt x="3077" y="1399"/>
                  </a:cubicBezTo>
                  <a:cubicBezTo>
                    <a:pt x="3048" y="1396"/>
                    <a:pt x="3031" y="1363"/>
                    <a:pt x="3018" y="1334"/>
                  </a:cubicBezTo>
                  <a:cubicBezTo>
                    <a:pt x="2830" y="840"/>
                    <a:pt x="2537" y="383"/>
                    <a:pt x="21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6"/>
            <p:cNvSpPr/>
            <p:nvPr/>
          </p:nvSpPr>
          <p:spPr>
            <a:xfrm flipH="1">
              <a:off x="6724754" y="1321666"/>
              <a:ext cx="195361" cy="148983"/>
            </a:xfrm>
            <a:custGeom>
              <a:rect b="b" l="l" r="r" t="t"/>
              <a:pathLst>
                <a:path extrusionOk="0" h="2239" w="2936">
                  <a:moveTo>
                    <a:pt x="1047" y="0"/>
                  </a:moveTo>
                  <a:cubicBezTo>
                    <a:pt x="659" y="270"/>
                    <a:pt x="310" y="583"/>
                    <a:pt x="1" y="935"/>
                  </a:cubicBezTo>
                  <a:cubicBezTo>
                    <a:pt x="109" y="1474"/>
                    <a:pt x="708" y="2017"/>
                    <a:pt x="1235" y="2172"/>
                  </a:cubicBezTo>
                  <a:cubicBezTo>
                    <a:pt x="1398" y="2220"/>
                    <a:pt x="1573" y="2238"/>
                    <a:pt x="1751" y="2238"/>
                  </a:cubicBezTo>
                  <a:cubicBezTo>
                    <a:pt x="2146" y="2238"/>
                    <a:pt x="2562" y="2150"/>
                    <a:pt x="2936" y="2100"/>
                  </a:cubicBezTo>
                  <a:cubicBezTo>
                    <a:pt x="2896" y="1573"/>
                    <a:pt x="2827" y="1050"/>
                    <a:pt x="2715" y="537"/>
                  </a:cubicBezTo>
                  <a:cubicBezTo>
                    <a:pt x="2353" y="816"/>
                    <a:pt x="1965" y="1063"/>
                    <a:pt x="1554" y="1267"/>
                  </a:cubicBezTo>
                  <a:cubicBezTo>
                    <a:pt x="1534" y="1276"/>
                    <a:pt x="1511" y="1286"/>
                    <a:pt x="1491" y="1286"/>
                  </a:cubicBezTo>
                  <a:cubicBezTo>
                    <a:pt x="1480" y="1286"/>
                    <a:pt x="1470" y="1284"/>
                    <a:pt x="1462" y="1277"/>
                  </a:cubicBezTo>
                  <a:cubicBezTo>
                    <a:pt x="1445" y="1264"/>
                    <a:pt x="1442" y="1241"/>
                    <a:pt x="1439" y="1215"/>
                  </a:cubicBezTo>
                  <a:cubicBezTo>
                    <a:pt x="1379" y="790"/>
                    <a:pt x="1248" y="379"/>
                    <a:pt x="10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6"/>
            <p:cNvSpPr/>
            <p:nvPr/>
          </p:nvSpPr>
          <p:spPr>
            <a:xfrm flipH="1">
              <a:off x="6866818" y="1553561"/>
              <a:ext cx="201284" cy="377282"/>
            </a:xfrm>
            <a:custGeom>
              <a:rect b="b" l="l" r="r" t="t"/>
              <a:pathLst>
                <a:path extrusionOk="0" h="5670" w="3025">
                  <a:moveTo>
                    <a:pt x="2922" y="0"/>
                  </a:moveTo>
                  <a:cubicBezTo>
                    <a:pt x="2234" y="2007"/>
                    <a:pt x="1099" y="3837"/>
                    <a:pt x="0" y="5611"/>
                  </a:cubicBezTo>
                  <a:lnTo>
                    <a:pt x="92" y="5670"/>
                  </a:lnTo>
                  <a:cubicBezTo>
                    <a:pt x="1188" y="3893"/>
                    <a:pt x="2330" y="2053"/>
                    <a:pt x="3024" y="33"/>
                  </a:cubicBezTo>
                  <a:lnTo>
                    <a:pt x="29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6"/>
            <p:cNvSpPr/>
            <p:nvPr/>
          </p:nvSpPr>
          <p:spPr>
            <a:xfrm flipH="1">
              <a:off x="6677245" y="1315544"/>
              <a:ext cx="297168" cy="281531"/>
            </a:xfrm>
            <a:custGeom>
              <a:rect b="b" l="l" r="r" t="t"/>
              <a:pathLst>
                <a:path extrusionOk="0" h="4231" w="4466">
                  <a:moveTo>
                    <a:pt x="807" y="0"/>
                  </a:moveTo>
                  <a:cubicBezTo>
                    <a:pt x="494" y="517"/>
                    <a:pt x="208" y="1070"/>
                    <a:pt x="106" y="1665"/>
                  </a:cubicBezTo>
                  <a:cubicBezTo>
                    <a:pt x="0" y="2261"/>
                    <a:pt x="89" y="2916"/>
                    <a:pt x="461" y="3393"/>
                  </a:cubicBezTo>
                  <a:cubicBezTo>
                    <a:pt x="682" y="3686"/>
                    <a:pt x="998" y="3893"/>
                    <a:pt x="1330" y="4048"/>
                  </a:cubicBezTo>
                  <a:cubicBezTo>
                    <a:pt x="1531" y="4133"/>
                    <a:pt x="1731" y="4202"/>
                    <a:pt x="1945" y="4222"/>
                  </a:cubicBezTo>
                  <a:cubicBezTo>
                    <a:pt x="1996" y="4227"/>
                    <a:pt x="2047" y="4230"/>
                    <a:pt x="2097" y="4230"/>
                  </a:cubicBezTo>
                  <a:cubicBezTo>
                    <a:pt x="2806" y="4230"/>
                    <a:pt x="3444" y="3702"/>
                    <a:pt x="3834" y="3093"/>
                  </a:cubicBezTo>
                  <a:cubicBezTo>
                    <a:pt x="4245" y="2452"/>
                    <a:pt x="4466" y="1685"/>
                    <a:pt x="4466" y="922"/>
                  </a:cubicBezTo>
                  <a:lnTo>
                    <a:pt x="4466" y="922"/>
                  </a:lnTo>
                  <a:cubicBezTo>
                    <a:pt x="4091" y="1224"/>
                    <a:pt x="3627" y="1530"/>
                    <a:pt x="3258" y="1830"/>
                  </a:cubicBezTo>
                  <a:cubicBezTo>
                    <a:pt x="3240" y="1843"/>
                    <a:pt x="3222" y="1856"/>
                    <a:pt x="3202" y="1856"/>
                  </a:cubicBezTo>
                  <a:cubicBezTo>
                    <a:pt x="3197" y="1856"/>
                    <a:pt x="3191" y="1855"/>
                    <a:pt x="3186" y="1853"/>
                  </a:cubicBezTo>
                  <a:cubicBezTo>
                    <a:pt x="3153" y="1846"/>
                    <a:pt x="3146" y="1810"/>
                    <a:pt x="3143" y="1780"/>
                  </a:cubicBezTo>
                  <a:cubicBezTo>
                    <a:pt x="3061" y="1257"/>
                    <a:pt x="2873" y="750"/>
                    <a:pt x="2600" y="300"/>
                  </a:cubicBezTo>
                  <a:cubicBezTo>
                    <a:pt x="2195" y="632"/>
                    <a:pt x="1794" y="961"/>
                    <a:pt x="1389" y="1290"/>
                  </a:cubicBezTo>
                  <a:cubicBezTo>
                    <a:pt x="1377" y="1302"/>
                    <a:pt x="1360" y="1317"/>
                    <a:pt x="1342" y="1317"/>
                  </a:cubicBezTo>
                  <a:cubicBezTo>
                    <a:pt x="1340" y="1317"/>
                    <a:pt x="1338" y="1317"/>
                    <a:pt x="1336" y="1316"/>
                  </a:cubicBezTo>
                  <a:cubicBezTo>
                    <a:pt x="1307" y="1310"/>
                    <a:pt x="1290" y="1277"/>
                    <a:pt x="1284" y="1251"/>
                  </a:cubicBezTo>
                  <a:cubicBezTo>
                    <a:pt x="1139" y="833"/>
                    <a:pt x="948" y="415"/>
                    <a:pt x="8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6"/>
            <p:cNvSpPr/>
            <p:nvPr/>
          </p:nvSpPr>
          <p:spPr>
            <a:xfrm flipH="1">
              <a:off x="7371130" y="1574854"/>
              <a:ext cx="188375" cy="161293"/>
            </a:xfrm>
            <a:custGeom>
              <a:rect b="b" l="l" r="r" t="t"/>
              <a:pathLst>
                <a:path extrusionOk="0" h="2424" w="2831">
                  <a:moveTo>
                    <a:pt x="2272" y="1"/>
                  </a:moveTo>
                  <a:cubicBezTo>
                    <a:pt x="1837" y="1"/>
                    <a:pt x="1234" y="80"/>
                    <a:pt x="787" y="450"/>
                  </a:cubicBezTo>
                  <a:cubicBezTo>
                    <a:pt x="7" y="1092"/>
                    <a:pt x="1" y="2378"/>
                    <a:pt x="1" y="2378"/>
                  </a:cubicBezTo>
                  <a:cubicBezTo>
                    <a:pt x="1" y="2378"/>
                    <a:pt x="235" y="2424"/>
                    <a:pt x="564" y="2424"/>
                  </a:cubicBezTo>
                  <a:cubicBezTo>
                    <a:pt x="999" y="2424"/>
                    <a:pt x="1601" y="2344"/>
                    <a:pt x="2048" y="1977"/>
                  </a:cubicBezTo>
                  <a:cubicBezTo>
                    <a:pt x="2827" y="1329"/>
                    <a:pt x="2831" y="45"/>
                    <a:pt x="2831" y="45"/>
                  </a:cubicBezTo>
                  <a:cubicBezTo>
                    <a:pt x="2831" y="45"/>
                    <a:pt x="2599" y="1"/>
                    <a:pt x="2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6"/>
            <p:cNvSpPr/>
            <p:nvPr/>
          </p:nvSpPr>
          <p:spPr>
            <a:xfrm flipH="1">
              <a:off x="7396282" y="1597078"/>
              <a:ext cx="162358" cy="134743"/>
            </a:xfrm>
            <a:custGeom>
              <a:rect b="b" l="l" r="r" t="t"/>
              <a:pathLst>
                <a:path extrusionOk="0" h="2025" w="2440">
                  <a:moveTo>
                    <a:pt x="2439" y="1"/>
                  </a:moveTo>
                  <a:cubicBezTo>
                    <a:pt x="2189" y="93"/>
                    <a:pt x="1946" y="215"/>
                    <a:pt x="1715" y="350"/>
                  </a:cubicBezTo>
                  <a:cubicBezTo>
                    <a:pt x="1485" y="485"/>
                    <a:pt x="1264" y="643"/>
                    <a:pt x="1057" y="814"/>
                  </a:cubicBezTo>
                  <a:cubicBezTo>
                    <a:pt x="850" y="988"/>
                    <a:pt x="656" y="1176"/>
                    <a:pt x="478" y="1380"/>
                  </a:cubicBezTo>
                  <a:cubicBezTo>
                    <a:pt x="300" y="1580"/>
                    <a:pt x="142" y="1794"/>
                    <a:pt x="1" y="2025"/>
                  </a:cubicBezTo>
                  <a:cubicBezTo>
                    <a:pt x="165" y="1814"/>
                    <a:pt x="343" y="1613"/>
                    <a:pt x="524" y="1419"/>
                  </a:cubicBezTo>
                  <a:cubicBezTo>
                    <a:pt x="708" y="1225"/>
                    <a:pt x="903" y="1044"/>
                    <a:pt x="1107" y="876"/>
                  </a:cubicBezTo>
                  <a:cubicBezTo>
                    <a:pt x="1314" y="708"/>
                    <a:pt x="1528" y="550"/>
                    <a:pt x="1748" y="402"/>
                  </a:cubicBezTo>
                  <a:cubicBezTo>
                    <a:pt x="1972" y="258"/>
                    <a:pt x="2202" y="123"/>
                    <a:pt x="24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6"/>
            <p:cNvSpPr/>
            <p:nvPr/>
          </p:nvSpPr>
          <p:spPr>
            <a:xfrm flipH="1">
              <a:off x="7176432" y="1667412"/>
              <a:ext cx="188641" cy="161027"/>
            </a:xfrm>
            <a:custGeom>
              <a:rect b="b" l="l" r="r" t="t"/>
              <a:pathLst>
                <a:path extrusionOk="0" h="2420" w="2835">
                  <a:moveTo>
                    <a:pt x="566" y="1"/>
                  </a:moveTo>
                  <a:cubicBezTo>
                    <a:pt x="236" y="1"/>
                    <a:pt x="1" y="46"/>
                    <a:pt x="1" y="46"/>
                  </a:cubicBezTo>
                  <a:cubicBezTo>
                    <a:pt x="1" y="46"/>
                    <a:pt x="7" y="1333"/>
                    <a:pt x="791" y="1975"/>
                  </a:cubicBezTo>
                  <a:cubicBezTo>
                    <a:pt x="1232" y="2340"/>
                    <a:pt x="1829" y="2419"/>
                    <a:pt x="2264" y="2419"/>
                  </a:cubicBezTo>
                  <a:cubicBezTo>
                    <a:pt x="2597" y="2419"/>
                    <a:pt x="2834" y="2373"/>
                    <a:pt x="2834" y="2373"/>
                  </a:cubicBezTo>
                  <a:cubicBezTo>
                    <a:pt x="2834" y="2373"/>
                    <a:pt x="2828" y="1086"/>
                    <a:pt x="2044" y="444"/>
                  </a:cubicBezTo>
                  <a:cubicBezTo>
                    <a:pt x="1601" y="80"/>
                    <a:pt x="1001" y="1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6"/>
            <p:cNvSpPr/>
            <p:nvPr/>
          </p:nvSpPr>
          <p:spPr>
            <a:xfrm flipH="1">
              <a:off x="7177762" y="1691500"/>
              <a:ext cx="163422" cy="133413"/>
            </a:xfrm>
            <a:custGeom>
              <a:rect b="b" l="l" r="r" t="t"/>
              <a:pathLst>
                <a:path extrusionOk="0" h="2005" w="2456">
                  <a:moveTo>
                    <a:pt x="1" y="0"/>
                  </a:moveTo>
                  <a:lnTo>
                    <a:pt x="1" y="0"/>
                  </a:lnTo>
                  <a:cubicBezTo>
                    <a:pt x="139" y="231"/>
                    <a:pt x="300" y="444"/>
                    <a:pt x="481" y="645"/>
                  </a:cubicBezTo>
                  <a:cubicBezTo>
                    <a:pt x="662" y="843"/>
                    <a:pt x="856" y="1030"/>
                    <a:pt x="1063" y="1201"/>
                  </a:cubicBezTo>
                  <a:cubicBezTo>
                    <a:pt x="1274" y="1376"/>
                    <a:pt x="1491" y="1527"/>
                    <a:pt x="1728" y="1662"/>
                  </a:cubicBezTo>
                  <a:cubicBezTo>
                    <a:pt x="1962" y="1797"/>
                    <a:pt x="2205" y="1912"/>
                    <a:pt x="2455" y="2004"/>
                  </a:cubicBezTo>
                  <a:cubicBezTo>
                    <a:pt x="2215" y="1879"/>
                    <a:pt x="1985" y="1748"/>
                    <a:pt x="1764" y="1606"/>
                  </a:cubicBezTo>
                  <a:cubicBezTo>
                    <a:pt x="1537" y="1461"/>
                    <a:pt x="1323" y="1303"/>
                    <a:pt x="1119" y="1135"/>
                  </a:cubicBezTo>
                  <a:cubicBezTo>
                    <a:pt x="912" y="971"/>
                    <a:pt x="715" y="790"/>
                    <a:pt x="530" y="599"/>
                  </a:cubicBezTo>
                  <a:cubicBezTo>
                    <a:pt x="346" y="408"/>
                    <a:pt x="168" y="21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6"/>
            <p:cNvSpPr/>
            <p:nvPr/>
          </p:nvSpPr>
          <p:spPr>
            <a:xfrm flipH="1">
              <a:off x="6809460" y="1699817"/>
              <a:ext cx="196692" cy="155437"/>
            </a:xfrm>
            <a:custGeom>
              <a:rect b="b" l="l" r="r" t="t"/>
              <a:pathLst>
                <a:path extrusionOk="0" h="2336" w="2956">
                  <a:moveTo>
                    <a:pt x="2202" y="1"/>
                  </a:moveTo>
                  <a:cubicBezTo>
                    <a:pt x="1792" y="1"/>
                    <a:pt x="1290" y="76"/>
                    <a:pt x="892" y="369"/>
                  </a:cubicBezTo>
                  <a:cubicBezTo>
                    <a:pt x="73" y="971"/>
                    <a:pt x="0" y="2254"/>
                    <a:pt x="0" y="2254"/>
                  </a:cubicBezTo>
                  <a:cubicBezTo>
                    <a:pt x="0" y="2254"/>
                    <a:pt x="324" y="2335"/>
                    <a:pt x="749" y="2335"/>
                  </a:cubicBezTo>
                  <a:cubicBezTo>
                    <a:pt x="1159" y="2335"/>
                    <a:pt x="1663" y="2260"/>
                    <a:pt x="2064" y="1965"/>
                  </a:cubicBezTo>
                  <a:cubicBezTo>
                    <a:pt x="2883" y="1366"/>
                    <a:pt x="2955" y="83"/>
                    <a:pt x="2955" y="83"/>
                  </a:cubicBezTo>
                  <a:cubicBezTo>
                    <a:pt x="2955" y="83"/>
                    <a:pt x="2629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6"/>
            <p:cNvSpPr/>
            <p:nvPr/>
          </p:nvSpPr>
          <p:spPr>
            <a:xfrm flipH="1">
              <a:off x="6835544" y="1722774"/>
              <a:ext cx="169744" cy="125561"/>
            </a:xfrm>
            <a:custGeom>
              <a:rect b="b" l="l" r="r" t="t"/>
              <a:pathLst>
                <a:path extrusionOk="0" h="1887" w="2551">
                  <a:moveTo>
                    <a:pt x="2551" y="1"/>
                  </a:moveTo>
                  <a:cubicBezTo>
                    <a:pt x="2294" y="83"/>
                    <a:pt x="2047" y="185"/>
                    <a:pt x="1807" y="307"/>
                  </a:cubicBezTo>
                  <a:cubicBezTo>
                    <a:pt x="1570" y="432"/>
                    <a:pt x="1343" y="577"/>
                    <a:pt x="1126" y="735"/>
                  </a:cubicBezTo>
                  <a:cubicBezTo>
                    <a:pt x="905" y="899"/>
                    <a:pt x="705" y="1074"/>
                    <a:pt x="517" y="1268"/>
                  </a:cubicBezTo>
                  <a:cubicBezTo>
                    <a:pt x="326" y="1459"/>
                    <a:pt x="155" y="1666"/>
                    <a:pt x="0" y="1886"/>
                  </a:cubicBezTo>
                  <a:cubicBezTo>
                    <a:pt x="178" y="1689"/>
                    <a:pt x="366" y="1498"/>
                    <a:pt x="560" y="1307"/>
                  </a:cubicBezTo>
                  <a:cubicBezTo>
                    <a:pt x="754" y="1129"/>
                    <a:pt x="961" y="958"/>
                    <a:pt x="1175" y="800"/>
                  </a:cubicBezTo>
                  <a:cubicBezTo>
                    <a:pt x="1389" y="646"/>
                    <a:pt x="1610" y="501"/>
                    <a:pt x="1840" y="366"/>
                  </a:cubicBezTo>
                  <a:cubicBezTo>
                    <a:pt x="2070" y="234"/>
                    <a:pt x="2310" y="109"/>
                    <a:pt x="2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6"/>
            <p:cNvSpPr/>
            <p:nvPr/>
          </p:nvSpPr>
          <p:spPr>
            <a:xfrm flipH="1">
              <a:off x="6574306" y="1822452"/>
              <a:ext cx="243536" cy="132082"/>
            </a:xfrm>
            <a:custGeom>
              <a:rect b="b" l="l" r="r" t="t"/>
              <a:pathLst>
                <a:path extrusionOk="0" h="1985" w="3660">
                  <a:moveTo>
                    <a:pt x="1795" y="0"/>
                  </a:moveTo>
                  <a:cubicBezTo>
                    <a:pt x="823" y="0"/>
                    <a:pt x="0" y="879"/>
                    <a:pt x="0" y="879"/>
                  </a:cubicBezTo>
                  <a:cubicBezTo>
                    <a:pt x="0" y="879"/>
                    <a:pt x="757" y="1918"/>
                    <a:pt x="1767" y="1981"/>
                  </a:cubicBezTo>
                  <a:cubicBezTo>
                    <a:pt x="1801" y="1983"/>
                    <a:pt x="1835" y="1984"/>
                    <a:pt x="1869" y="1984"/>
                  </a:cubicBezTo>
                  <a:cubicBezTo>
                    <a:pt x="2836" y="1984"/>
                    <a:pt x="3660" y="1106"/>
                    <a:pt x="3660" y="1106"/>
                  </a:cubicBezTo>
                  <a:cubicBezTo>
                    <a:pt x="3660" y="1106"/>
                    <a:pt x="2903" y="66"/>
                    <a:pt x="1892" y="3"/>
                  </a:cubicBezTo>
                  <a:cubicBezTo>
                    <a:pt x="1860" y="1"/>
                    <a:pt x="1827" y="0"/>
                    <a:pt x="1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6"/>
            <p:cNvSpPr/>
            <p:nvPr/>
          </p:nvSpPr>
          <p:spPr>
            <a:xfrm flipH="1">
              <a:off x="6606045" y="1869030"/>
              <a:ext cx="210466" cy="23954"/>
            </a:xfrm>
            <a:custGeom>
              <a:rect b="b" l="l" r="r" t="t"/>
              <a:pathLst>
                <a:path extrusionOk="0" h="360" w="3163">
                  <a:moveTo>
                    <a:pt x="1280" y="1"/>
                  </a:moveTo>
                  <a:cubicBezTo>
                    <a:pt x="1116" y="1"/>
                    <a:pt x="952" y="9"/>
                    <a:pt x="790" y="27"/>
                  </a:cubicBezTo>
                  <a:cubicBezTo>
                    <a:pt x="520" y="50"/>
                    <a:pt x="260" y="100"/>
                    <a:pt x="0" y="175"/>
                  </a:cubicBezTo>
                  <a:cubicBezTo>
                    <a:pt x="267" y="139"/>
                    <a:pt x="530" y="110"/>
                    <a:pt x="793" y="90"/>
                  </a:cubicBezTo>
                  <a:cubicBezTo>
                    <a:pt x="919" y="84"/>
                    <a:pt x="1045" y="80"/>
                    <a:pt x="1170" y="80"/>
                  </a:cubicBezTo>
                  <a:cubicBezTo>
                    <a:pt x="1311" y="80"/>
                    <a:pt x="1450" y="84"/>
                    <a:pt x="1589" y="93"/>
                  </a:cubicBezTo>
                  <a:cubicBezTo>
                    <a:pt x="1853" y="106"/>
                    <a:pt x="2116" y="139"/>
                    <a:pt x="2379" y="182"/>
                  </a:cubicBezTo>
                  <a:cubicBezTo>
                    <a:pt x="2642" y="231"/>
                    <a:pt x="2902" y="291"/>
                    <a:pt x="3162" y="360"/>
                  </a:cubicBezTo>
                  <a:cubicBezTo>
                    <a:pt x="2912" y="258"/>
                    <a:pt x="2656" y="179"/>
                    <a:pt x="2392" y="123"/>
                  </a:cubicBezTo>
                  <a:cubicBezTo>
                    <a:pt x="2129" y="63"/>
                    <a:pt x="1863" y="27"/>
                    <a:pt x="1596" y="11"/>
                  </a:cubicBezTo>
                  <a:cubicBezTo>
                    <a:pt x="1490" y="4"/>
                    <a:pt x="1385" y="1"/>
                    <a:pt x="12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6"/>
            <p:cNvSpPr/>
            <p:nvPr/>
          </p:nvSpPr>
          <p:spPr>
            <a:xfrm flipH="1">
              <a:off x="7218290" y="1983547"/>
              <a:ext cx="650362" cy="282130"/>
            </a:xfrm>
            <a:custGeom>
              <a:rect b="b" l="l" r="r" t="t"/>
              <a:pathLst>
                <a:path extrusionOk="0" h="4240" w="9774">
                  <a:moveTo>
                    <a:pt x="9774" y="1"/>
                  </a:moveTo>
                  <a:cubicBezTo>
                    <a:pt x="9083" y="827"/>
                    <a:pt x="8260" y="1538"/>
                    <a:pt x="7355" y="2097"/>
                  </a:cubicBezTo>
                  <a:cubicBezTo>
                    <a:pt x="7243" y="2166"/>
                    <a:pt x="7125" y="2235"/>
                    <a:pt x="7009" y="2298"/>
                  </a:cubicBezTo>
                  <a:cubicBezTo>
                    <a:pt x="6894" y="2364"/>
                    <a:pt x="6769" y="2426"/>
                    <a:pt x="6641" y="2443"/>
                  </a:cubicBezTo>
                  <a:cubicBezTo>
                    <a:pt x="6621" y="2445"/>
                    <a:pt x="6602" y="2446"/>
                    <a:pt x="6582" y="2446"/>
                  </a:cubicBezTo>
                  <a:cubicBezTo>
                    <a:pt x="6474" y="2446"/>
                    <a:pt x="6364" y="2409"/>
                    <a:pt x="6292" y="2331"/>
                  </a:cubicBezTo>
                  <a:cubicBezTo>
                    <a:pt x="6253" y="2288"/>
                    <a:pt x="6226" y="2225"/>
                    <a:pt x="6226" y="2163"/>
                  </a:cubicBezTo>
                  <a:cubicBezTo>
                    <a:pt x="6223" y="2100"/>
                    <a:pt x="6239" y="2038"/>
                    <a:pt x="6259" y="1975"/>
                  </a:cubicBezTo>
                  <a:cubicBezTo>
                    <a:pt x="6440" y="1475"/>
                    <a:pt x="6710" y="1001"/>
                    <a:pt x="7039" y="580"/>
                  </a:cubicBezTo>
                  <a:lnTo>
                    <a:pt x="6996" y="547"/>
                  </a:lnTo>
                  <a:cubicBezTo>
                    <a:pt x="6995" y="548"/>
                    <a:pt x="6994" y="549"/>
                    <a:pt x="6993" y="550"/>
                  </a:cubicBezTo>
                  <a:lnTo>
                    <a:pt x="6993" y="550"/>
                  </a:lnTo>
                  <a:lnTo>
                    <a:pt x="6990" y="547"/>
                  </a:lnTo>
                  <a:cubicBezTo>
                    <a:pt x="6977" y="564"/>
                    <a:pt x="6965" y="580"/>
                    <a:pt x="6952" y="596"/>
                  </a:cubicBezTo>
                  <a:lnTo>
                    <a:pt x="6952" y="596"/>
                  </a:lnTo>
                  <a:cubicBezTo>
                    <a:pt x="6516" y="1081"/>
                    <a:pt x="6038" y="1525"/>
                    <a:pt x="5525" y="1926"/>
                  </a:cubicBezTo>
                  <a:cubicBezTo>
                    <a:pt x="4992" y="2341"/>
                    <a:pt x="4426" y="2706"/>
                    <a:pt x="3831" y="3019"/>
                  </a:cubicBezTo>
                  <a:cubicBezTo>
                    <a:pt x="3232" y="3334"/>
                    <a:pt x="2613" y="3594"/>
                    <a:pt x="1971" y="3802"/>
                  </a:cubicBezTo>
                  <a:cubicBezTo>
                    <a:pt x="1330" y="4006"/>
                    <a:pt x="672" y="4154"/>
                    <a:pt x="0" y="4239"/>
                  </a:cubicBezTo>
                  <a:cubicBezTo>
                    <a:pt x="672" y="4164"/>
                    <a:pt x="1333" y="4022"/>
                    <a:pt x="1978" y="3825"/>
                  </a:cubicBezTo>
                  <a:cubicBezTo>
                    <a:pt x="2623" y="3624"/>
                    <a:pt x="3248" y="3367"/>
                    <a:pt x="3850" y="3058"/>
                  </a:cubicBezTo>
                  <a:cubicBezTo>
                    <a:pt x="4446" y="2745"/>
                    <a:pt x="5019" y="2377"/>
                    <a:pt x="5552" y="1962"/>
                  </a:cubicBezTo>
                  <a:cubicBezTo>
                    <a:pt x="5976" y="1635"/>
                    <a:pt x="6377" y="1275"/>
                    <a:pt x="6748" y="886"/>
                  </a:cubicBezTo>
                  <a:lnTo>
                    <a:pt x="6748" y="886"/>
                  </a:lnTo>
                  <a:cubicBezTo>
                    <a:pt x="6528" y="1221"/>
                    <a:pt x="6343" y="1580"/>
                    <a:pt x="6206" y="1959"/>
                  </a:cubicBezTo>
                  <a:cubicBezTo>
                    <a:pt x="6187" y="2025"/>
                    <a:pt x="6167" y="2094"/>
                    <a:pt x="6170" y="2163"/>
                  </a:cubicBezTo>
                  <a:cubicBezTo>
                    <a:pt x="6170" y="2235"/>
                    <a:pt x="6200" y="2308"/>
                    <a:pt x="6249" y="2360"/>
                  </a:cubicBezTo>
                  <a:cubicBezTo>
                    <a:pt x="6331" y="2450"/>
                    <a:pt x="6451" y="2491"/>
                    <a:pt x="6567" y="2491"/>
                  </a:cubicBezTo>
                  <a:cubicBezTo>
                    <a:pt x="6591" y="2491"/>
                    <a:pt x="6614" y="2489"/>
                    <a:pt x="6638" y="2485"/>
                  </a:cubicBezTo>
                  <a:cubicBezTo>
                    <a:pt x="6779" y="2466"/>
                    <a:pt x="6901" y="2400"/>
                    <a:pt x="7016" y="2334"/>
                  </a:cubicBezTo>
                  <a:cubicBezTo>
                    <a:pt x="7131" y="2268"/>
                    <a:pt x="7246" y="2196"/>
                    <a:pt x="7362" y="2127"/>
                  </a:cubicBezTo>
                  <a:cubicBezTo>
                    <a:pt x="7819" y="1844"/>
                    <a:pt x="8257" y="1521"/>
                    <a:pt x="8658" y="1166"/>
                  </a:cubicBezTo>
                  <a:cubicBezTo>
                    <a:pt x="9063" y="807"/>
                    <a:pt x="9435" y="419"/>
                    <a:pt x="9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6"/>
            <p:cNvSpPr/>
            <p:nvPr/>
          </p:nvSpPr>
          <p:spPr>
            <a:xfrm flipH="1">
              <a:off x="7581134" y="1875418"/>
              <a:ext cx="357852" cy="238280"/>
            </a:xfrm>
            <a:custGeom>
              <a:rect b="b" l="l" r="r" t="t"/>
              <a:pathLst>
                <a:path extrusionOk="0" h="3581" w="5378">
                  <a:moveTo>
                    <a:pt x="5378" y="0"/>
                  </a:moveTo>
                  <a:lnTo>
                    <a:pt x="5141" y="343"/>
                  </a:lnTo>
                  <a:lnTo>
                    <a:pt x="4884" y="668"/>
                  </a:lnTo>
                  <a:lnTo>
                    <a:pt x="4614" y="981"/>
                  </a:lnTo>
                  <a:lnTo>
                    <a:pt x="4325" y="1280"/>
                  </a:lnTo>
                  <a:cubicBezTo>
                    <a:pt x="3937" y="1672"/>
                    <a:pt x="3509" y="2024"/>
                    <a:pt x="3048" y="2330"/>
                  </a:cubicBezTo>
                  <a:cubicBezTo>
                    <a:pt x="2587" y="2636"/>
                    <a:pt x="2097" y="2896"/>
                    <a:pt x="1587" y="3107"/>
                  </a:cubicBezTo>
                  <a:lnTo>
                    <a:pt x="1199" y="3255"/>
                  </a:lnTo>
                  <a:lnTo>
                    <a:pt x="807" y="3383"/>
                  </a:lnTo>
                  <a:lnTo>
                    <a:pt x="406" y="3492"/>
                  </a:lnTo>
                  <a:lnTo>
                    <a:pt x="1" y="3581"/>
                  </a:lnTo>
                  <a:lnTo>
                    <a:pt x="1" y="3581"/>
                  </a:lnTo>
                  <a:lnTo>
                    <a:pt x="416" y="3515"/>
                  </a:lnTo>
                  <a:lnTo>
                    <a:pt x="817" y="3416"/>
                  </a:lnTo>
                  <a:lnTo>
                    <a:pt x="1215" y="3291"/>
                  </a:lnTo>
                  <a:lnTo>
                    <a:pt x="1607" y="3146"/>
                  </a:lnTo>
                  <a:cubicBezTo>
                    <a:pt x="2120" y="2942"/>
                    <a:pt x="2614" y="2679"/>
                    <a:pt x="3081" y="2373"/>
                  </a:cubicBezTo>
                  <a:cubicBezTo>
                    <a:pt x="3542" y="2067"/>
                    <a:pt x="3973" y="1712"/>
                    <a:pt x="4358" y="1313"/>
                  </a:cubicBezTo>
                  <a:lnTo>
                    <a:pt x="4644" y="1007"/>
                  </a:lnTo>
                  <a:lnTo>
                    <a:pt x="4907" y="688"/>
                  </a:lnTo>
                  <a:lnTo>
                    <a:pt x="5154" y="349"/>
                  </a:lnTo>
                  <a:lnTo>
                    <a:pt x="53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6"/>
            <p:cNvSpPr/>
            <p:nvPr/>
          </p:nvSpPr>
          <p:spPr>
            <a:xfrm flipH="1">
              <a:off x="6634991" y="1986874"/>
              <a:ext cx="270884" cy="147186"/>
            </a:xfrm>
            <a:custGeom>
              <a:rect b="b" l="l" r="r" t="t"/>
              <a:pathLst>
                <a:path extrusionOk="0" h="2212" w="4071">
                  <a:moveTo>
                    <a:pt x="0" y="0"/>
                  </a:moveTo>
                  <a:lnTo>
                    <a:pt x="198" y="221"/>
                  </a:lnTo>
                  <a:lnTo>
                    <a:pt x="405" y="431"/>
                  </a:lnTo>
                  <a:lnTo>
                    <a:pt x="622" y="632"/>
                  </a:lnTo>
                  <a:lnTo>
                    <a:pt x="849" y="823"/>
                  </a:lnTo>
                  <a:cubicBezTo>
                    <a:pt x="1159" y="1073"/>
                    <a:pt x="1488" y="1290"/>
                    <a:pt x="1833" y="1481"/>
                  </a:cubicBezTo>
                  <a:cubicBezTo>
                    <a:pt x="2182" y="1665"/>
                    <a:pt x="2544" y="1827"/>
                    <a:pt x="2919" y="1948"/>
                  </a:cubicBezTo>
                  <a:lnTo>
                    <a:pt x="3202" y="2037"/>
                  </a:lnTo>
                  <a:lnTo>
                    <a:pt x="3489" y="2110"/>
                  </a:lnTo>
                  <a:lnTo>
                    <a:pt x="3778" y="2169"/>
                  </a:lnTo>
                  <a:lnTo>
                    <a:pt x="4071" y="2212"/>
                  </a:lnTo>
                  <a:lnTo>
                    <a:pt x="4071" y="2212"/>
                  </a:lnTo>
                  <a:lnTo>
                    <a:pt x="3781" y="2156"/>
                  </a:lnTo>
                  <a:lnTo>
                    <a:pt x="3495" y="2083"/>
                  </a:lnTo>
                  <a:lnTo>
                    <a:pt x="3209" y="2001"/>
                  </a:lnTo>
                  <a:lnTo>
                    <a:pt x="2929" y="1909"/>
                  </a:lnTo>
                  <a:cubicBezTo>
                    <a:pt x="2561" y="1781"/>
                    <a:pt x="2199" y="1619"/>
                    <a:pt x="1856" y="1432"/>
                  </a:cubicBezTo>
                  <a:cubicBezTo>
                    <a:pt x="1511" y="1247"/>
                    <a:pt x="1182" y="1027"/>
                    <a:pt x="872" y="790"/>
                  </a:cubicBezTo>
                  <a:lnTo>
                    <a:pt x="642" y="606"/>
                  </a:lnTo>
                  <a:lnTo>
                    <a:pt x="422" y="412"/>
                  </a:lnTo>
                  <a:lnTo>
                    <a:pt x="208" y="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6"/>
            <p:cNvSpPr/>
            <p:nvPr/>
          </p:nvSpPr>
          <p:spPr>
            <a:xfrm flipH="1">
              <a:off x="7403935" y="2207190"/>
              <a:ext cx="263698" cy="360048"/>
            </a:xfrm>
            <a:custGeom>
              <a:rect b="b" l="l" r="r" t="t"/>
              <a:pathLst>
                <a:path extrusionOk="0" h="5411" w="3963">
                  <a:moveTo>
                    <a:pt x="1989" y="0"/>
                  </a:moveTo>
                  <a:cubicBezTo>
                    <a:pt x="1063" y="0"/>
                    <a:pt x="243" y="1081"/>
                    <a:pt x="102" y="2116"/>
                  </a:cubicBezTo>
                  <a:cubicBezTo>
                    <a:pt x="0" y="2810"/>
                    <a:pt x="161" y="3534"/>
                    <a:pt x="471" y="4143"/>
                  </a:cubicBezTo>
                  <a:cubicBezTo>
                    <a:pt x="681" y="4554"/>
                    <a:pt x="964" y="4923"/>
                    <a:pt x="1323" y="5160"/>
                  </a:cubicBezTo>
                  <a:cubicBezTo>
                    <a:pt x="1565" y="5318"/>
                    <a:pt x="1845" y="5410"/>
                    <a:pt x="2122" y="5410"/>
                  </a:cubicBezTo>
                  <a:cubicBezTo>
                    <a:pt x="2253" y="5410"/>
                    <a:pt x="2383" y="5390"/>
                    <a:pt x="2508" y="5347"/>
                  </a:cubicBezTo>
                  <a:cubicBezTo>
                    <a:pt x="2863" y="5225"/>
                    <a:pt x="3166" y="4923"/>
                    <a:pt x="3383" y="4567"/>
                  </a:cubicBezTo>
                  <a:cubicBezTo>
                    <a:pt x="3886" y="3745"/>
                    <a:pt x="3962" y="2626"/>
                    <a:pt x="3676" y="1671"/>
                  </a:cubicBezTo>
                  <a:cubicBezTo>
                    <a:pt x="3475" y="1007"/>
                    <a:pt x="3083" y="391"/>
                    <a:pt x="2524" y="125"/>
                  </a:cubicBezTo>
                  <a:cubicBezTo>
                    <a:pt x="2345" y="39"/>
                    <a:pt x="2165" y="0"/>
                    <a:pt x="1989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6"/>
            <p:cNvSpPr/>
            <p:nvPr/>
          </p:nvSpPr>
          <p:spPr>
            <a:xfrm flipH="1">
              <a:off x="7463289" y="2268141"/>
              <a:ext cx="197358" cy="254249"/>
            </a:xfrm>
            <a:custGeom>
              <a:rect b="b" l="l" r="r" t="t"/>
              <a:pathLst>
                <a:path extrusionOk="0" h="3821" w="2966">
                  <a:moveTo>
                    <a:pt x="1548" y="0"/>
                  </a:moveTo>
                  <a:cubicBezTo>
                    <a:pt x="1294" y="0"/>
                    <a:pt x="1042" y="97"/>
                    <a:pt x="872" y="301"/>
                  </a:cubicBezTo>
                  <a:cubicBezTo>
                    <a:pt x="872" y="301"/>
                    <a:pt x="0" y="1203"/>
                    <a:pt x="810" y="2763"/>
                  </a:cubicBezTo>
                  <a:cubicBezTo>
                    <a:pt x="1256" y="3617"/>
                    <a:pt x="1790" y="3820"/>
                    <a:pt x="2198" y="3820"/>
                  </a:cubicBezTo>
                  <a:cubicBezTo>
                    <a:pt x="2570" y="3820"/>
                    <a:pt x="2837" y="3651"/>
                    <a:pt x="2837" y="3651"/>
                  </a:cubicBezTo>
                  <a:cubicBezTo>
                    <a:pt x="2564" y="3543"/>
                    <a:pt x="2317" y="3348"/>
                    <a:pt x="2136" y="3102"/>
                  </a:cubicBezTo>
                  <a:cubicBezTo>
                    <a:pt x="2080" y="3029"/>
                    <a:pt x="2027" y="2931"/>
                    <a:pt x="2064" y="2845"/>
                  </a:cubicBezTo>
                  <a:cubicBezTo>
                    <a:pt x="2087" y="2796"/>
                    <a:pt x="2126" y="2756"/>
                    <a:pt x="2169" y="2730"/>
                  </a:cubicBezTo>
                  <a:cubicBezTo>
                    <a:pt x="2409" y="2539"/>
                    <a:pt x="2679" y="2394"/>
                    <a:pt x="2965" y="2305"/>
                  </a:cubicBezTo>
                  <a:cubicBezTo>
                    <a:pt x="2926" y="1878"/>
                    <a:pt x="2883" y="1446"/>
                    <a:pt x="2745" y="1045"/>
                  </a:cubicBezTo>
                  <a:cubicBezTo>
                    <a:pt x="2603" y="647"/>
                    <a:pt x="2350" y="278"/>
                    <a:pt x="1988" y="101"/>
                  </a:cubicBezTo>
                  <a:cubicBezTo>
                    <a:pt x="1852" y="34"/>
                    <a:pt x="1700" y="0"/>
                    <a:pt x="1548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6"/>
            <p:cNvSpPr/>
            <p:nvPr/>
          </p:nvSpPr>
          <p:spPr>
            <a:xfrm flipH="1">
              <a:off x="7458697" y="2265613"/>
              <a:ext cx="144126" cy="245533"/>
            </a:xfrm>
            <a:custGeom>
              <a:rect b="b" l="l" r="r" t="t"/>
              <a:pathLst>
                <a:path extrusionOk="0" h="3690" w="2166">
                  <a:moveTo>
                    <a:pt x="712" y="0"/>
                  </a:moveTo>
                  <a:cubicBezTo>
                    <a:pt x="598" y="0"/>
                    <a:pt x="485" y="19"/>
                    <a:pt x="379" y="56"/>
                  </a:cubicBezTo>
                  <a:cubicBezTo>
                    <a:pt x="303" y="86"/>
                    <a:pt x="234" y="122"/>
                    <a:pt x="168" y="168"/>
                  </a:cubicBezTo>
                  <a:cubicBezTo>
                    <a:pt x="102" y="211"/>
                    <a:pt x="50" y="270"/>
                    <a:pt x="0" y="333"/>
                  </a:cubicBezTo>
                  <a:cubicBezTo>
                    <a:pt x="53" y="277"/>
                    <a:pt x="115" y="227"/>
                    <a:pt x="184" y="194"/>
                  </a:cubicBezTo>
                  <a:cubicBezTo>
                    <a:pt x="250" y="155"/>
                    <a:pt x="319" y="125"/>
                    <a:pt x="392" y="106"/>
                  </a:cubicBezTo>
                  <a:cubicBezTo>
                    <a:pt x="476" y="81"/>
                    <a:pt x="562" y="70"/>
                    <a:pt x="648" y="70"/>
                  </a:cubicBezTo>
                  <a:cubicBezTo>
                    <a:pt x="714" y="70"/>
                    <a:pt x="779" y="76"/>
                    <a:pt x="843" y="89"/>
                  </a:cubicBezTo>
                  <a:cubicBezTo>
                    <a:pt x="991" y="119"/>
                    <a:pt x="1126" y="185"/>
                    <a:pt x="1244" y="273"/>
                  </a:cubicBezTo>
                  <a:cubicBezTo>
                    <a:pt x="1307" y="316"/>
                    <a:pt x="1366" y="369"/>
                    <a:pt x="1412" y="422"/>
                  </a:cubicBezTo>
                  <a:cubicBezTo>
                    <a:pt x="1468" y="474"/>
                    <a:pt x="1517" y="533"/>
                    <a:pt x="1557" y="596"/>
                  </a:cubicBezTo>
                  <a:cubicBezTo>
                    <a:pt x="1731" y="843"/>
                    <a:pt x="1836" y="1132"/>
                    <a:pt x="1902" y="1428"/>
                  </a:cubicBezTo>
                  <a:cubicBezTo>
                    <a:pt x="1968" y="1712"/>
                    <a:pt x="1998" y="2005"/>
                    <a:pt x="2029" y="2298"/>
                  </a:cubicBezTo>
                  <a:lnTo>
                    <a:pt x="2029" y="2298"/>
                  </a:lnTo>
                  <a:cubicBezTo>
                    <a:pt x="1865" y="2358"/>
                    <a:pt x="1707" y="2434"/>
                    <a:pt x="1557" y="2524"/>
                  </a:cubicBezTo>
                  <a:cubicBezTo>
                    <a:pt x="1481" y="2577"/>
                    <a:pt x="1399" y="2630"/>
                    <a:pt x="1323" y="2689"/>
                  </a:cubicBezTo>
                  <a:cubicBezTo>
                    <a:pt x="1287" y="2718"/>
                    <a:pt x="1251" y="2741"/>
                    <a:pt x="1211" y="2784"/>
                  </a:cubicBezTo>
                  <a:cubicBezTo>
                    <a:pt x="1191" y="2804"/>
                    <a:pt x="1175" y="2824"/>
                    <a:pt x="1162" y="2853"/>
                  </a:cubicBezTo>
                  <a:cubicBezTo>
                    <a:pt x="1152" y="2880"/>
                    <a:pt x="1145" y="2909"/>
                    <a:pt x="1145" y="2939"/>
                  </a:cubicBezTo>
                  <a:cubicBezTo>
                    <a:pt x="1145" y="2998"/>
                    <a:pt x="1168" y="3048"/>
                    <a:pt x="1191" y="3090"/>
                  </a:cubicBezTo>
                  <a:cubicBezTo>
                    <a:pt x="1218" y="3136"/>
                    <a:pt x="1251" y="3173"/>
                    <a:pt x="1277" y="3212"/>
                  </a:cubicBezTo>
                  <a:cubicBezTo>
                    <a:pt x="1339" y="3284"/>
                    <a:pt x="1405" y="3350"/>
                    <a:pt x="1481" y="3413"/>
                  </a:cubicBezTo>
                  <a:cubicBezTo>
                    <a:pt x="1629" y="3535"/>
                    <a:pt x="1797" y="3630"/>
                    <a:pt x="1975" y="3689"/>
                  </a:cubicBezTo>
                  <a:cubicBezTo>
                    <a:pt x="1886" y="3646"/>
                    <a:pt x="1810" y="3600"/>
                    <a:pt x="1731" y="3548"/>
                  </a:cubicBezTo>
                  <a:cubicBezTo>
                    <a:pt x="1655" y="3495"/>
                    <a:pt x="1583" y="3436"/>
                    <a:pt x="1517" y="3370"/>
                  </a:cubicBezTo>
                  <a:cubicBezTo>
                    <a:pt x="1451" y="3304"/>
                    <a:pt x="1389" y="3235"/>
                    <a:pt x="1336" y="3163"/>
                  </a:cubicBezTo>
                  <a:cubicBezTo>
                    <a:pt x="1307" y="3123"/>
                    <a:pt x="1284" y="3087"/>
                    <a:pt x="1260" y="3051"/>
                  </a:cubicBezTo>
                  <a:cubicBezTo>
                    <a:pt x="1244" y="3015"/>
                    <a:pt x="1234" y="2972"/>
                    <a:pt x="1234" y="2936"/>
                  </a:cubicBezTo>
                  <a:cubicBezTo>
                    <a:pt x="1234" y="2899"/>
                    <a:pt x="1251" y="2870"/>
                    <a:pt x="1277" y="2840"/>
                  </a:cubicBezTo>
                  <a:cubicBezTo>
                    <a:pt x="1303" y="2811"/>
                    <a:pt x="1343" y="2788"/>
                    <a:pt x="1382" y="2758"/>
                  </a:cubicBezTo>
                  <a:cubicBezTo>
                    <a:pt x="1458" y="2705"/>
                    <a:pt x="1537" y="2656"/>
                    <a:pt x="1616" y="2610"/>
                  </a:cubicBezTo>
                  <a:cubicBezTo>
                    <a:pt x="1774" y="2521"/>
                    <a:pt x="1945" y="2445"/>
                    <a:pt x="2116" y="2393"/>
                  </a:cubicBezTo>
                  <a:lnTo>
                    <a:pt x="2165" y="2376"/>
                  </a:lnTo>
                  <a:lnTo>
                    <a:pt x="2162" y="2327"/>
                  </a:lnTo>
                  <a:cubicBezTo>
                    <a:pt x="2133" y="2018"/>
                    <a:pt x="2109" y="1702"/>
                    <a:pt x="2034" y="1392"/>
                  </a:cubicBezTo>
                  <a:cubicBezTo>
                    <a:pt x="1998" y="1238"/>
                    <a:pt x="1952" y="1083"/>
                    <a:pt x="1889" y="935"/>
                  </a:cubicBezTo>
                  <a:cubicBezTo>
                    <a:pt x="1859" y="862"/>
                    <a:pt x="1823" y="793"/>
                    <a:pt x="1784" y="721"/>
                  </a:cubicBezTo>
                  <a:cubicBezTo>
                    <a:pt x="1741" y="652"/>
                    <a:pt x="1701" y="586"/>
                    <a:pt x="1652" y="520"/>
                  </a:cubicBezTo>
                  <a:cubicBezTo>
                    <a:pt x="1603" y="458"/>
                    <a:pt x="1550" y="399"/>
                    <a:pt x="1491" y="339"/>
                  </a:cubicBezTo>
                  <a:cubicBezTo>
                    <a:pt x="1435" y="287"/>
                    <a:pt x="1369" y="234"/>
                    <a:pt x="1303" y="188"/>
                  </a:cubicBezTo>
                  <a:cubicBezTo>
                    <a:pt x="1172" y="96"/>
                    <a:pt x="1014" y="30"/>
                    <a:pt x="856" y="10"/>
                  </a:cubicBezTo>
                  <a:cubicBezTo>
                    <a:pt x="808" y="3"/>
                    <a:pt x="760" y="0"/>
                    <a:pt x="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6"/>
            <p:cNvSpPr/>
            <p:nvPr/>
          </p:nvSpPr>
          <p:spPr>
            <a:xfrm flipH="1">
              <a:off x="5645269" y="1790312"/>
              <a:ext cx="707919" cy="667929"/>
            </a:xfrm>
            <a:custGeom>
              <a:rect b="b" l="l" r="r" t="t"/>
              <a:pathLst>
                <a:path extrusionOk="0" h="10038" w="10639">
                  <a:moveTo>
                    <a:pt x="5313" y="1"/>
                  </a:moveTo>
                  <a:cubicBezTo>
                    <a:pt x="2815" y="1"/>
                    <a:pt x="652" y="1863"/>
                    <a:pt x="339" y="4406"/>
                  </a:cubicBezTo>
                  <a:cubicBezTo>
                    <a:pt x="0" y="7157"/>
                    <a:pt x="1955" y="9661"/>
                    <a:pt x="4706" y="10000"/>
                  </a:cubicBezTo>
                  <a:cubicBezTo>
                    <a:pt x="4914" y="10025"/>
                    <a:pt x="5121" y="10038"/>
                    <a:pt x="5326" y="10038"/>
                  </a:cubicBezTo>
                  <a:cubicBezTo>
                    <a:pt x="7824" y="10038"/>
                    <a:pt x="9987" y="8176"/>
                    <a:pt x="10300" y="5633"/>
                  </a:cubicBezTo>
                  <a:cubicBezTo>
                    <a:pt x="10639" y="2882"/>
                    <a:pt x="8681" y="378"/>
                    <a:pt x="5933" y="39"/>
                  </a:cubicBezTo>
                  <a:cubicBezTo>
                    <a:pt x="5725" y="13"/>
                    <a:pt x="5518" y="1"/>
                    <a:pt x="53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6"/>
            <p:cNvSpPr/>
            <p:nvPr/>
          </p:nvSpPr>
          <p:spPr>
            <a:xfrm flipH="1">
              <a:off x="6245394" y="2380129"/>
              <a:ext cx="154905" cy="155105"/>
            </a:xfrm>
            <a:custGeom>
              <a:rect b="b" l="l" r="r" t="t"/>
              <a:pathLst>
                <a:path extrusionOk="0" h="2331" w="2328">
                  <a:moveTo>
                    <a:pt x="1166" y="0"/>
                  </a:moveTo>
                  <a:cubicBezTo>
                    <a:pt x="521" y="0"/>
                    <a:pt x="1" y="520"/>
                    <a:pt x="1" y="1165"/>
                  </a:cubicBezTo>
                  <a:cubicBezTo>
                    <a:pt x="1" y="1807"/>
                    <a:pt x="521" y="2330"/>
                    <a:pt x="1166" y="2330"/>
                  </a:cubicBezTo>
                  <a:cubicBezTo>
                    <a:pt x="1807" y="2330"/>
                    <a:pt x="2327" y="1807"/>
                    <a:pt x="2327" y="1165"/>
                  </a:cubicBezTo>
                  <a:cubicBezTo>
                    <a:pt x="2327" y="520"/>
                    <a:pt x="1807" y="0"/>
                    <a:pt x="1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6"/>
            <p:cNvSpPr/>
            <p:nvPr/>
          </p:nvSpPr>
          <p:spPr>
            <a:xfrm flipH="1">
              <a:off x="6460253" y="2438619"/>
              <a:ext cx="103603" cy="96550"/>
            </a:xfrm>
            <a:custGeom>
              <a:rect b="b" l="l" r="r" t="t"/>
              <a:pathLst>
                <a:path extrusionOk="0" h="1451" w="1557">
                  <a:moveTo>
                    <a:pt x="780" y="1"/>
                  </a:moveTo>
                  <a:cubicBezTo>
                    <a:pt x="431" y="1"/>
                    <a:pt x="122" y="253"/>
                    <a:pt x="63" y="609"/>
                  </a:cubicBezTo>
                  <a:cubicBezTo>
                    <a:pt x="0" y="1004"/>
                    <a:pt x="267" y="1375"/>
                    <a:pt x="662" y="1441"/>
                  </a:cubicBezTo>
                  <a:cubicBezTo>
                    <a:pt x="701" y="1447"/>
                    <a:pt x="739" y="1450"/>
                    <a:pt x="777" y="1450"/>
                  </a:cubicBezTo>
                  <a:cubicBezTo>
                    <a:pt x="1127" y="1450"/>
                    <a:pt x="1435" y="1199"/>
                    <a:pt x="1491" y="842"/>
                  </a:cubicBezTo>
                  <a:cubicBezTo>
                    <a:pt x="1557" y="448"/>
                    <a:pt x="1287" y="76"/>
                    <a:pt x="896" y="10"/>
                  </a:cubicBezTo>
                  <a:cubicBezTo>
                    <a:pt x="857" y="4"/>
                    <a:pt x="818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6"/>
            <p:cNvSpPr/>
            <p:nvPr/>
          </p:nvSpPr>
          <p:spPr>
            <a:xfrm flipH="1">
              <a:off x="5761314" y="1904363"/>
              <a:ext cx="476493" cy="433109"/>
            </a:xfrm>
            <a:custGeom>
              <a:rect b="b" l="l" r="r" t="t"/>
              <a:pathLst>
                <a:path extrusionOk="0" h="6509" w="7161">
                  <a:moveTo>
                    <a:pt x="3575" y="0"/>
                  </a:moveTo>
                  <a:cubicBezTo>
                    <a:pt x="2102" y="0"/>
                    <a:pt x="767" y="1009"/>
                    <a:pt x="415" y="2507"/>
                  </a:cubicBezTo>
                  <a:cubicBezTo>
                    <a:pt x="0" y="4255"/>
                    <a:pt x="1083" y="6008"/>
                    <a:pt x="2834" y="6420"/>
                  </a:cubicBezTo>
                  <a:cubicBezTo>
                    <a:pt x="3086" y="6480"/>
                    <a:pt x="3338" y="6508"/>
                    <a:pt x="3586" y="6508"/>
                  </a:cubicBezTo>
                  <a:cubicBezTo>
                    <a:pt x="5059" y="6508"/>
                    <a:pt x="6394" y="5499"/>
                    <a:pt x="6746" y="4001"/>
                  </a:cubicBezTo>
                  <a:cubicBezTo>
                    <a:pt x="7161" y="2254"/>
                    <a:pt x="6075" y="500"/>
                    <a:pt x="4328" y="89"/>
                  </a:cubicBezTo>
                  <a:cubicBezTo>
                    <a:pt x="4076" y="29"/>
                    <a:pt x="3823" y="0"/>
                    <a:pt x="35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6"/>
            <p:cNvSpPr/>
            <p:nvPr/>
          </p:nvSpPr>
          <p:spPr>
            <a:xfrm flipH="1">
              <a:off x="6042884" y="2069952"/>
              <a:ext cx="58755" cy="58755"/>
            </a:xfrm>
            <a:custGeom>
              <a:rect b="b" l="l" r="r" t="t"/>
              <a:pathLst>
                <a:path extrusionOk="0" h="883" w="883">
                  <a:moveTo>
                    <a:pt x="441" y="1"/>
                  </a:moveTo>
                  <a:cubicBezTo>
                    <a:pt x="198" y="1"/>
                    <a:pt x="0" y="198"/>
                    <a:pt x="0" y="442"/>
                  </a:cubicBezTo>
                  <a:cubicBezTo>
                    <a:pt x="0" y="685"/>
                    <a:pt x="198" y="883"/>
                    <a:pt x="441" y="883"/>
                  </a:cubicBezTo>
                  <a:cubicBezTo>
                    <a:pt x="685" y="883"/>
                    <a:pt x="882" y="685"/>
                    <a:pt x="882" y="442"/>
                  </a:cubicBezTo>
                  <a:cubicBezTo>
                    <a:pt x="882" y="198"/>
                    <a:pt x="685" y="1"/>
                    <a:pt x="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6"/>
            <p:cNvSpPr/>
            <p:nvPr/>
          </p:nvSpPr>
          <p:spPr>
            <a:xfrm flipH="1">
              <a:off x="5896827" y="2069952"/>
              <a:ext cx="58555" cy="58755"/>
            </a:xfrm>
            <a:custGeom>
              <a:rect b="b" l="l" r="r" t="t"/>
              <a:pathLst>
                <a:path extrusionOk="0" h="883" w="880">
                  <a:moveTo>
                    <a:pt x="438" y="1"/>
                  </a:moveTo>
                  <a:cubicBezTo>
                    <a:pt x="198" y="1"/>
                    <a:pt x="0" y="198"/>
                    <a:pt x="0" y="442"/>
                  </a:cubicBezTo>
                  <a:cubicBezTo>
                    <a:pt x="0" y="685"/>
                    <a:pt x="198" y="883"/>
                    <a:pt x="438" y="883"/>
                  </a:cubicBezTo>
                  <a:cubicBezTo>
                    <a:pt x="682" y="883"/>
                    <a:pt x="879" y="685"/>
                    <a:pt x="879" y="442"/>
                  </a:cubicBezTo>
                  <a:cubicBezTo>
                    <a:pt x="879" y="198"/>
                    <a:pt x="682" y="1"/>
                    <a:pt x="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6"/>
            <p:cNvSpPr/>
            <p:nvPr/>
          </p:nvSpPr>
          <p:spPr>
            <a:xfrm flipH="1">
              <a:off x="5966029" y="2137425"/>
              <a:ext cx="65808" cy="34468"/>
            </a:xfrm>
            <a:custGeom>
              <a:rect b="b" l="l" r="r" t="t"/>
              <a:pathLst>
                <a:path extrusionOk="0" h="518" w="989">
                  <a:moveTo>
                    <a:pt x="988" y="0"/>
                  </a:moveTo>
                  <a:lnTo>
                    <a:pt x="988" y="0"/>
                  </a:lnTo>
                  <a:cubicBezTo>
                    <a:pt x="965" y="56"/>
                    <a:pt x="939" y="112"/>
                    <a:pt x="906" y="165"/>
                  </a:cubicBezTo>
                  <a:cubicBezTo>
                    <a:pt x="873" y="218"/>
                    <a:pt x="840" y="267"/>
                    <a:pt x="801" y="313"/>
                  </a:cubicBezTo>
                  <a:cubicBezTo>
                    <a:pt x="758" y="359"/>
                    <a:pt x="718" y="395"/>
                    <a:pt x="662" y="425"/>
                  </a:cubicBezTo>
                  <a:cubicBezTo>
                    <a:pt x="613" y="451"/>
                    <a:pt x="557" y="468"/>
                    <a:pt x="498" y="468"/>
                  </a:cubicBezTo>
                  <a:cubicBezTo>
                    <a:pt x="442" y="464"/>
                    <a:pt x="383" y="451"/>
                    <a:pt x="330" y="428"/>
                  </a:cubicBezTo>
                  <a:cubicBezTo>
                    <a:pt x="277" y="399"/>
                    <a:pt x="231" y="362"/>
                    <a:pt x="192" y="316"/>
                  </a:cubicBezTo>
                  <a:cubicBezTo>
                    <a:pt x="149" y="270"/>
                    <a:pt x="113" y="221"/>
                    <a:pt x="83" y="168"/>
                  </a:cubicBezTo>
                  <a:cubicBezTo>
                    <a:pt x="50" y="119"/>
                    <a:pt x="27" y="63"/>
                    <a:pt x="1" y="4"/>
                  </a:cubicBezTo>
                  <a:lnTo>
                    <a:pt x="1" y="4"/>
                  </a:lnTo>
                  <a:cubicBezTo>
                    <a:pt x="27" y="122"/>
                    <a:pt x="80" y="244"/>
                    <a:pt x="165" y="343"/>
                  </a:cubicBezTo>
                  <a:cubicBezTo>
                    <a:pt x="202" y="392"/>
                    <a:pt x="251" y="435"/>
                    <a:pt x="310" y="468"/>
                  </a:cubicBezTo>
                  <a:cubicBezTo>
                    <a:pt x="366" y="501"/>
                    <a:pt x="432" y="517"/>
                    <a:pt x="498" y="517"/>
                  </a:cubicBezTo>
                  <a:cubicBezTo>
                    <a:pt x="564" y="514"/>
                    <a:pt x="629" y="497"/>
                    <a:pt x="689" y="464"/>
                  </a:cubicBezTo>
                  <a:cubicBezTo>
                    <a:pt x="745" y="432"/>
                    <a:pt x="791" y="385"/>
                    <a:pt x="833" y="336"/>
                  </a:cubicBezTo>
                  <a:cubicBezTo>
                    <a:pt x="909" y="237"/>
                    <a:pt x="959" y="119"/>
                    <a:pt x="9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5" name="Google Shape;1175;p47"/>
          <p:cNvSpPr txBox="1"/>
          <p:nvPr/>
        </p:nvSpPr>
        <p:spPr>
          <a:xfrm>
            <a:off x="6239250" y="2841325"/>
            <a:ext cx="25683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Linguistic Variation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176" name="Google Shape;1176;p47"/>
          <p:cNvSpPr txBox="1"/>
          <p:nvPr/>
        </p:nvSpPr>
        <p:spPr>
          <a:xfrm>
            <a:off x="6239250" y="1736325"/>
            <a:ext cx="24801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Real Clinical Trials</a:t>
            </a:r>
            <a:endParaRPr sz="1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1177" name="Google Shape;1177;p47"/>
          <p:cNvGrpSpPr/>
          <p:nvPr/>
        </p:nvGrpSpPr>
        <p:grpSpPr>
          <a:xfrm>
            <a:off x="780501" y="1586324"/>
            <a:ext cx="4919741" cy="2718645"/>
            <a:chOff x="233350" y="949250"/>
            <a:chExt cx="7137300" cy="3802300"/>
          </a:xfrm>
        </p:grpSpPr>
        <p:sp>
          <p:nvSpPr>
            <p:cNvPr id="1178" name="Google Shape;1178;p47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47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7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7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7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7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47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47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7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7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7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7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7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7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7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7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7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7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7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7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7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7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7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7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7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7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7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7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7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7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7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7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47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47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7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7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9" name="Google Shape;1229;p47"/>
          <p:cNvSpPr/>
          <p:nvPr/>
        </p:nvSpPr>
        <p:spPr>
          <a:xfrm>
            <a:off x="5779250" y="1739025"/>
            <a:ext cx="381000" cy="381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47"/>
          <p:cNvSpPr/>
          <p:nvPr/>
        </p:nvSpPr>
        <p:spPr>
          <a:xfrm>
            <a:off x="5779250" y="2831500"/>
            <a:ext cx="381000" cy="381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47"/>
          <p:cNvSpPr/>
          <p:nvPr/>
        </p:nvSpPr>
        <p:spPr>
          <a:xfrm>
            <a:off x="1272323" y="2338000"/>
            <a:ext cx="124800" cy="124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47"/>
          <p:cNvSpPr/>
          <p:nvPr/>
        </p:nvSpPr>
        <p:spPr>
          <a:xfrm>
            <a:off x="1950673" y="3010719"/>
            <a:ext cx="124800" cy="124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7"/>
          <p:cNvSpPr/>
          <p:nvPr/>
        </p:nvSpPr>
        <p:spPr>
          <a:xfrm>
            <a:off x="2944998" y="2114788"/>
            <a:ext cx="124800" cy="1248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47"/>
          <p:cNvSpPr/>
          <p:nvPr/>
        </p:nvSpPr>
        <p:spPr>
          <a:xfrm>
            <a:off x="1486073" y="2278075"/>
            <a:ext cx="124800" cy="124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47"/>
          <p:cNvSpPr/>
          <p:nvPr/>
        </p:nvSpPr>
        <p:spPr>
          <a:xfrm>
            <a:off x="1825873" y="3775044"/>
            <a:ext cx="124800" cy="124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47"/>
          <p:cNvSpPr/>
          <p:nvPr/>
        </p:nvSpPr>
        <p:spPr>
          <a:xfrm>
            <a:off x="5082298" y="2402863"/>
            <a:ext cx="124800" cy="1248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47"/>
          <p:cNvSpPr/>
          <p:nvPr/>
        </p:nvSpPr>
        <p:spPr>
          <a:xfrm>
            <a:off x="2820198" y="2114800"/>
            <a:ext cx="124800" cy="124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47"/>
          <p:cNvSpPr/>
          <p:nvPr/>
        </p:nvSpPr>
        <p:spPr>
          <a:xfrm>
            <a:off x="3069798" y="1989994"/>
            <a:ext cx="124800" cy="124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7"/>
          <p:cNvSpPr/>
          <p:nvPr/>
        </p:nvSpPr>
        <p:spPr>
          <a:xfrm>
            <a:off x="1610873" y="3322813"/>
            <a:ext cx="124800" cy="1248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47"/>
          <p:cNvSpPr/>
          <p:nvPr/>
        </p:nvSpPr>
        <p:spPr>
          <a:xfrm>
            <a:off x="1397123" y="2780000"/>
            <a:ext cx="124800" cy="124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7"/>
          <p:cNvSpPr/>
          <p:nvPr/>
        </p:nvSpPr>
        <p:spPr>
          <a:xfrm>
            <a:off x="4509598" y="3160994"/>
            <a:ext cx="124800" cy="124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48"/>
          <p:cNvSpPr txBox="1"/>
          <p:nvPr>
            <p:ph type="title"/>
          </p:nvPr>
        </p:nvSpPr>
        <p:spPr>
          <a:xfrm>
            <a:off x="1140638" y="707725"/>
            <a:ext cx="2848800" cy="5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Link</a:t>
            </a:r>
            <a:endParaRPr/>
          </a:p>
        </p:txBody>
      </p:sp>
      <p:sp>
        <p:nvSpPr>
          <p:cNvPr id="1247" name="Google Shape;1247;p48"/>
          <p:cNvSpPr/>
          <p:nvPr/>
        </p:nvSpPr>
        <p:spPr>
          <a:xfrm>
            <a:off x="5310448" y="707715"/>
            <a:ext cx="1101304" cy="1130943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48"/>
          <p:cNvSpPr/>
          <p:nvPr/>
        </p:nvSpPr>
        <p:spPr>
          <a:xfrm rot="4073379">
            <a:off x="6713509" y="3342318"/>
            <a:ext cx="808454" cy="899892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48"/>
          <p:cNvGrpSpPr/>
          <p:nvPr/>
        </p:nvGrpSpPr>
        <p:grpSpPr>
          <a:xfrm>
            <a:off x="5067789" y="1455914"/>
            <a:ext cx="3341493" cy="2076046"/>
            <a:chOff x="4604981" y="1309276"/>
            <a:chExt cx="3771862" cy="2343432"/>
          </a:xfrm>
        </p:grpSpPr>
        <p:sp>
          <p:nvSpPr>
            <p:cNvPr id="1250" name="Google Shape;1250;p48"/>
            <p:cNvSpPr/>
            <p:nvPr/>
          </p:nvSpPr>
          <p:spPr>
            <a:xfrm>
              <a:off x="4739496" y="1309276"/>
              <a:ext cx="3502095" cy="2185173"/>
            </a:xfrm>
            <a:custGeom>
              <a:rect b="b" l="l" r="r" t="t"/>
              <a:pathLst>
                <a:path extrusionOk="0" h="158432" w="253913">
                  <a:moveTo>
                    <a:pt x="5615" y="0"/>
                  </a:moveTo>
                  <a:cubicBezTo>
                    <a:pt x="2464" y="0"/>
                    <a:pt x="1" y="2536"/>
                    <a:pt x="1" y="5614"/>
                  </a:cubicBezTo>
                  <a:lnTo>
                    <a:pt x="1" y="158431"/>
                  </a:lnTo>
                  <a:lnTo>
                    <a:pt x="253912" y="158431"/>
                  </a:lnTo>
                  <a:lnTo>
                    <a:pt x="253912" y="5614"/>
                  </a:lnTo>
                  <a:cubicBezTo>
                    <a:pt x="253912" y="2499"/>
                    <a:pt x="251341" y="0"/>
                    <a:pt x="248298" y="0"/>
                  </a:cubicBezTo>
                  <a:close/>
                </a:path>
              </a:pathLst>
            </a:custGeom>
            <a:solidFill>
              <a:srgbClr val="FFF8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1" name="Google Shape;1251;p48"/>
            <p:cNvGrpSpPr/>
            <p:nvPr/>
          </p:nvGrpSpPr>
          <p:grpSpPr>
            <a:xfrm>
              <a:off x="4604981" y="1309276"/>
              <a:ext cx="3771862" cy="2343432"/>
              <a:chOff x="1056399" y="1520875"/>
              <a:chExt cx="3382836" cy="2101733"/>
            </a:xfrm>
          </p:grpSpPr>
          <p:sp>
            <p:nvSpPr>
              <p:cNvPr id="1252" name="Google Shape;1252;p48"/>
              <p:cNvSpPr/>
              <p:nvPr/>
            </p:nvSpPr>
            <p:spPr>
              <a:xfrm>
                <a:off x="1177365" y="1520875"/>
                <a:ext cx="3140904" cy="1959804"/>
              </a:xfrm>
              <a:custGeom>
                <a:rect b="b" l="l" r="r" t="t"/>
                <a:pathLst>
                  <a:path extrusionOk="0" h="158432" w="253913">
                    <a:moveTo>
                      <a:pt x="5615" y="0"/>
                    </a:moveTo>
                    <a:cubicBezTo>
                      <a:pt x="2464" y="0"/>
                      <a:pt x="1" y="2536"/>
                      <a:pt x="1" y="5614"/>
                    </a:cubicBezTo>
                    <a:lnTo>
                      <a:pt x="1" y="158431"/>
                    </a:lnTo>
                    <a:lnTo>
                      <a:pt x="253912" y="158431"/>
                    </a:lnTo>
                    <a:lnTo>
                      <a:pt x="253912" y="5614"/>
                    </a:lnTo>
                    <a:cubicBezTo>
                      <a:pt x="253912" y="2499"/>
                      <a:pt x="251341" y="0"/>
                      <a:pt x="248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48"/>
              <p:cNvSpPr/>
              <p:nvPr/>
            </p:nvSpPr>
            <p:spPr>
              <a:xfrm>
                <a:off x="1056399" y="3480563"/>
                <a:ext cx="3382836" cy="142045"/>
              </a:xfrm>
              <a:custGeom>
                <a:rect b="b" l="l" r="r" t="t"/>
                <a:pathLst>
                  <a:path extrusionOk="0" h="11483" w="273471">
                    <a:moveTo>
                      <a:pt x="0" y="0"/>
                    </a:moveTo>
                    <a:lnTo>
                      <a:pt x="72" y="688"/>
                    </a:lnTo>
                    <a:cubicBezTo>
                      <a:pt x="1123" y="6882"/>
                      <a:pt x="6520" y="11482"/>
                      <a:pt x="12786" y="11482"/>
                    </a:cubicBezTo>
                    <a:lnTo>
                      <a:pt x="260649" y="11482"/>
                    </a:lnTo>
                    <a:cubicBezTo>
                      <a:pt x="266951" y="11482"/>
                      <a:pt x="272312" y="6955"/>
                      <a:pt x="273326" y="688"/>
                    </a:cubicBezTo>
                    <a:lnTo>
                      <a:pt x="273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54" name="Google Shape;1254;p48"/>
          <p:cNvGrpSpPr/>
          <p:nvPr/>
        </p:nvGrpSpPr>
        <p:grpSpPr>
          <a:xfrm>
            <a:off x="4571979" y="1948703"/>
            <a:ext cx="1183862" cy="2221628"/>
            <a:chOff x="5598975" y="1122701"/>
            <a:chExt cx="1544303" cy="2898028"/>
          </a:xfrm>
        </p:grpSpPr>
        <p:sp>
          <p:nvSpPr>
            <p:cNvPr id="1255" name="Google Shape;1255;p48"/>
            <p:cNvSpPr/>
            <p:nvPr/>
          </p:nvSpPr>
          <p:spPr>
            <a:xfrm>
              <a:off x="5599163" y="1122701"/>
              <a:ext cx="1544115" cy="2898028"/>
            </a:xfrm>
            <a:custGeom>
              <a:rect b="b" l="l" r="r" t="t"/>
              <a:pathLst>
                <a:path extrusionOk="0" h="195912" w="104385">
                  <a:moveTo>
                    <a:pt x="2095" y="1"/>
                  </a:moveTo>
                  <a:cubicBezTo>
                    <a:pt x="904" y="1"/>
                    <a:pt x="0" y="945"/>
                    <a:pt x="0" y="2096"/>
                  </a:cubicBezTo>
                  <a:lnTo>
                    <a:pt x="0" y="193776"/>
                  </a:lnTo>
                  <a:cubicBezTo>
                    <a:pt x="0" y="194967"/>
                    <a:pt x="986" y="195912"/>
                    <a:pt x="2095" y="195912"/>
                  </a:cubicBezTo>
                  <a:lnTo>
                    <a:pt x="102290" y="195912"/>
                  </a:lnTo>
                  <a:cubicBezTo>
                    <a:pt x="103399" y="195912"/>
                    <a:pt x="104344" y="194967"/>
                    <a:pt x="104385" y="193776"/>
                  </a:cubicBezTo>
                  <a:lnTo>
                    <a:pt x="104385" y="2096"/>
                  </a:lnTo>
                  <a:cubicBezTo>
                    <a:pt x="104385" y="904"/>
                    <a:pt x="103399" y="1"/>
                    <a:pt x="102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8"/>
            <p:cNvSpPr/>
            <p:nvPr/>
          </p:nvSpPr>
          <p:spPr>
            <a:xfrm>
              <a:off x="5598975" y="1122701"/>
              <a:ext cx="1544115" cy="2898028"/>
            </a:xfrm>
            <a:custGeom>
              <a:rect b="b" l="l" r="r" t="t"/>
              <a:pathLst>
                <a:path extrusionOk="0" h="195912" w="104385">
                  <a:moveTo>
                    <a:pt x="2095" y="1"/>
                  </a:moveTo>
                  <a:cubicBezTo>
                    <a:pt x="904" y="1"/>
                    <a:pt x="0" y="945"/>
                    <a:pt x="0" y="2096"/>
                  </a:cubicBezTo>
                  <a:lnTo>
                    <a:pt x="0" y="193776"/>
                  </a:lnTo>
                  <a:cubicBezTo>
                    <a:pt x="0" y="194967"/>
                    <a:pt x="986" y="195912"/>
                    <a:pt x="2095" y="195912"/>
                  </a:cubicBezTo>
                  <a:lnTo>
                    <a:pt x="102290" y="195912"/>
                  </a:lnTo>
                  <a:cubicBezTo>
                    <a:pt x="103399" y="195912"/>
                    <a:pt x="104344" y="194967"/>
                    <a:pt x="104385" y="193776"/>
                  </a:cubicBezTo>
                  <a:lnTo>
                    <a:pt x="104385" y="2096"/>
                  </a:lnTo>
                  <a:cubicBezTo>
                    <a:pt x="104385" y="904"/>
                    <a:pt x="103399" y="1"/>
                    <a:pt x="102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7" name="Google Shape;1257;p48"/>
          <p:cNvSpPr/>
          <p:nvPr/>
        </p:nvSpPr>
        <p:spPr>
          <a:xfrm>
            <a:off x="5091709" y="2055398"/>
            <a:ext cx="143970" cy="10"/>
          </a:xfrm>
          <a:custGeom>
            <a:rect b="b" l="l" r="r" t="t"/>
            <a:pathLst>
              <a:path extrusionOk="0" fill="none" h="1" w="14379">
                <a:moveTo>
                  <a:pt x="1" y="0"/>
                </a:moveTo>
                <a:lnTo>
                  <a:pt x="14379" y="0"/>
                </a:lnTo>
              </a:path>
            </a:pathLst>
          </a:custGeom>
          <a:solidFill>
            <a:schemeClr val="lt1"/>
          </a:solidFill>
          <a:ln cap="rnd" cmpd="sng" w="19050">
            <a:solidFill>
              <a:schemeClr val="lt1"/>
            </a:solidFill>
            <a:prstDash val="solid"/>
            <a:miter lim="410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8" name="Google Shape;125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563" y="1558938"/>
            <a:ext cx="3007951" cy="176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48"/>
          <p:cNvSpPr/>
          <p:nvPr/>
        </p:nvSpPr>
        <p:spPr>
          <a:xfrm>
            <a:off x="5016938" y="4026124"/>
            <a:ext cx="293502" cy="48921"/>
          </a:xfrm>
          <a:custGeom>
            <a:rect b="b" l="l" r="r" t="t"/>
            <a:pathLst>
              <a:path extrusionOk="0" h="4314" w="25882">
                <a:moveTo>
                  <a:pt x="2137" y="0"/>
                </a:moveTo>
                <a:cubicBezTo>
                  <a:pt x="987" y="0"/>
                  <a:pt x="1" y="945"/>
                  <a:pt x="1" y="2136"/>
                </a:cubicBezTo>
                <a:cubicBezTo>
                  <a:pt x="1" y="3328"/>
                  <a:pt x="987" y="4313"/>
                  <a:pt x="2137" y="4313"/>
                </a:cubicBezTo>
                <a:lnTo>
                  <a:pt x="23704" y="4313"/>
                </a:lnTo>
                <a:cubicBezTo>
                  <a:pt x="24895" y="4313"/>
                  <a:pt x="25881" y="3328"/>
                  <a:pt x="25881" y="2136"/>
                </a:cubicBezTo>
                <a:cubicBezTo>
                  <a:pt x="25881" y="945"/>
                  <a:pt x="24895" y="0"/>
                  <a:pt x="2370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0" name="Google Shape;1260;p48"/>
          <p:cNvPicPr preferRelativeResize="0"/>
          <p:nvPr/>
        </p:nvPicPr>
        <p:blipFill rotWithShape="1">
          <a:blip r:embed="rId4">
            <a:alphaModFix/>
          </a:blip>
          <a:srcRect b="0" l="13495" r="57222" t="0"/>
          <a:stretch/>
        </p:blipFill>
        <p:spPr>
          <a:xfrm>
            <a:off x="4613145" y="2001683"/>
            <a:ext cx="1101300" cy="2115600"/>
          </a:xfrm>
          <a:prstGeom prst="roundRect">
            <a:avLst>
              <a:gd fmla="val 2646" name="adj"/>
            </a:avLst>
          </a:prstGeom>
          <a:noFill/>
          <a:ln>
            <a:noFill/>
          </a:ln>
        </p:spPr>
      </p:pic>
      <p:pic>
        <p:nvPicPr>
          <p:cNvPr id="1261" name="Google Shape;1261;p48" title="qr-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0651" y="1459026"/>
            <a:ext cx="2848799" cy="284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6" name="Google Shape;1266;p49"/>
          <p:cNvGrpSpPr/>
          <p:nvPr/>
        </p:nvGrpSpPr>
        <p:grpSpPr>
          <a:xfrm flipH="1" rot="5400000">
            <a:off x="-137451" y="1996084"/>
            <a:ext cx="3323435" cy="3307768"/>
            <a:chOff x="-155468" y="2394529"/>
            <a:chExt cx="2858377" cy="2845147"/>
          </a:xfrm>
        </p:grpSpPr>
        <p:sp>
          <p:nvSpPr>
            <p:cNvPr id="1267" name="Google Shape;1267;p49"/>
            <p:cNvSpPr/>
            <p:nvPr/>
          </p:nvSpPr>
          <p:spPr>
            <a:xfrm flipH="1">
              <a:off x="-72276" y="2570497"/>
              <a:ext cx="2576832" cy="2630496"/>
            </a:xfrm>
            <a:custGeom>
              <a:rect b="b" l="l" r="r" t="t"/>
              <a:pathLst>
                <a:path extrusionOk="0" h="55341" w="54212">
                  <a:moveTo>
                    <a:pt x="33890" y="0"/>
                  </a:moveTo>
                  <a:cubicBezTo>
                    <a:pt x="31725" y="0"/>
                    <a:pt x="29471" y="1622"/>
                    <a:pt x="28400" y="3499"/>
                  </a:cubicBezTo>
                  <a:cubicBezTo>
                    <a:pt x="27090" y="2632"/>
                    <a:pt x="25520" y="2184"/>
                    <a:pt x="23952" y="2184"/>
                  </a:cubicBezTo>
                  <a:cubicBezTo>
                    <a:pt x="23034" y="2184"/>
                    <a:pt x="22116" y="2338"/>
                    <a:pt x="21252" y="2650"/>
                  </a:cubicBezTo>
                  <a:cubicBezTo>
                    <a:pt x="20153" y="3048"/>
                    <a:pt x="19153" y="3700"/>
                    <a:pt x="18327" y="4526"/>
                  </a:cubicBezTo>
                  <a:cubicBezTo>
                    <a:pt x="17458" y="5395"/>
                    <a:pt x="16310" y="7705"/>
                    <a:pt x="16310" y="7705"/>
                  </a:cubicBezTo>
                  <a:cubicBezTo>
                    <a:pt x="16310" y="7705"/>
                    <a:pt x="14032" y="8109"/>
                    <a:pt x="13075" y="8573"/>
                  </a:cubicBezTo>
                  <a:cubicBezTo>
                    <a:pt x="11897" y="9143"/>
                    <a:pt x="10906" y="10117"/>
                    <a:pt x="10311" y="11275"/>
                  </a:cubicBezTo>
                  <a:cubicBezTo>
                    <a:pt x="9215" y="13414"/>
                    <a:pt x="9343" y="16037"/>
                    <a:pt x="10235" y="18265"/>
                  </a:cubicBezTo>
                  <a:cubicBezTo>
                    <a:pt x="7454" y="18495"/>
                    <a:pt x="4881" y="20420"/>
                    <a:pt x="3877" y="23029"/>
                  </a:cubicBezTo>
                  <a:cubicBezTo>
                    <a:pt x="2874" y="25636"/>
                    <a:pt x="3489" y="28791"/>
                    <a:pt x="5401" y="30828"/>
                  </a:cubicBezTo>
                  <a:cubicBezTo>
                    <a:pt x="3433" y="32177"/>
                    <a:pt x="2285" y="34636"/>
                    <a:pt x="2515" y="37015"/>
                  </a:cubicBezTo>
                  <a:cubicBezTo>
                    <a:pt x="2742" y="39391"/>
                    <a:pt x="4341" y="41589"/>
                    <a:pt x="6530" y="42536"/>
                  </a:cubicBezTo>
                  <a:cubicBezTo>
                    <a:pt x="5003" y="43070"/>
                    <a:pt x="4197" y="44685"/>
                    <a:pt x="3798" y="46252"/>
                  </a:cubicBezTo>
                  <a:cubicBezTo>
                    <a:pt x="3403" y="47818"/>
                    <a:pt x="3601" y="49483"/>
                    <a:pt x="4002" y="51046"/>
                  </a:cubicBezTo>
                  <a:cubicBezTo>
                    <a:pt x="2920" y="51053"/>
                    <a:pt x="1840" y="51530"/>
                    <a:pt x="1110" y="52336"/>
                  </a:cubicBezTo>
                  <a:cubicBezTo>
                    <a:pt x="376" y="53139"/>
                    <a:pt x="1" y="54258"/>
                    <a:pt x="96" y="55340"/>
                  </a:cubicBezTo>
                  <a:lnTo>
                    <a:pt x="96" y="55337"/>
                  </a:lnTo>
                  <a:lnTo>
                    <a:pt x="54212" y="55337"/>
                  </a:lnTo>
                  <a:lnTo>
                    <a:pt x="54212" y="4792"/>
                  </a:lnTo>
                  <a:cubicBezTo>
                    <a:pt x="53786" y="4586"/>
                    <a:pt x="53315" y="4490"/>
                    <a:pt x="52837" y="4490"/>
                  </a:cubicBezTo>
                  <a:cubicBezTo>
                    <a:pt x="51617" y="4490"/>
                    <a:pt x="50351" y="5115"/>
                    <a:pt x="49667" y="6115"/>
                  </a:cubicBezTo>
                  <a:cubicBezTo>
                    <a:pt x="49088" y="4180"/>
                    <a:pt x="47462" y="2598"/>
                    <a:pt x="45511" y="2068"/>
                  </a:cubicBezTo>
                  <a:cubicBezTo>
                    <a:pt x="45048" y="1941"/>
                    <a:pt x="44539" y="1880"/>
                    <a:pt x="44013" y="1880"/>
                  </a:cubicBezTo>
                  <a:cubicBezTo>
                    <a:pt x="42330" y="1880"/>
                    <a:pt x="40468" y="2499"/>
                    <a:pt x="39338" y="3542"/>
                  </a:cubicBezTo>
                  <a:cubicBezTo>
                    <a:pt x="38413" y="1525"/>
                    <a:pt x="36300" y="103"/>
                    <a:pt x="34079" y="5"/>
                  </a:cubicBezTo>
                  <a:cubicBezTo>
                    <a:pt x="34016" y="2"/>
                    <a:pt x="33953" y="0"/>
                    <a:pt x="338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9"/>
            <p:cNvSpPr/>
            <p:nvPr/>
          </p:nvSpPr>
          <p:spPr>
            <a:xfrm flipH="1">
              <a:off x="-72426" y="3194939"/>
              <a:ext cx="1965041" cy="2006062"/>
            </a:xfrm>
            <a:custGeom>
              <a:rect b="b" l="l" r="r" t="t"/>
              <a:pathLst>
                <a:path extrusionOk="0" h="42204" w="41341">
                  <a:moveTo>
                    <a:pt x="25839" y="0"/>
                  </a:moveTo>
                  <a:cubicBezTo>
                    <a:pt x="24189" y="0"/>
                    <a:pt x="22477" y="1236"/>
                    <a:pt x="21659" y="2663"/>
                  </a:cubicBezTo>
                  <a:cubicBezTo>
                    <a:pt x="20656" y="2004"/>
                    <a:pt x="19458" y="1663"/>
                    <a:pt x="18261" y="1663"/>
                  </a:cubicBezTo>
                  <a:cubicBezTo>
                    <a:pt x="17562" y="1663"/>
                    <a:pt x="16863" y="1780"/>
                    <a:pt x="16203" y="2018"/>
                  </a:cubicBezTo>
                  <a:cubicBezTo>
                    <a:pt x="15364" y="2324"/>
                    <a:pt x="14604" y="2821"/>
                    <a:pt x="13976" y="3449"/>
                  </a:cubicBezTo>
                  <a:cubicBezTo>
                    <a:pt x="13314" y="4117"/>
                    <a:pt x="12436" y="5878"/>
                    <a:pt x="12436" y="5878"/>
                  </a:cubicBezTo>
                  <a:cubicBezTo>
                    <a:pt x="12436" y="5878"/>
                    <a:pt x="10698" y="6187"/>
                    <a:pt x="9968" y="6539"/>
                  </a:cubicBezTo>
                  <a:cubicBezTo>
                    <a:pt x="9072" y="6977"/>
                    <a:pt x="8316" y="7717"/>
                    <a:pt x="7862" y="8599"/>
                  </a:cubicBezTo>
                  <a:cubicBezTo>
                    <a:pt x="7029" y="10231"/>
                    <a:pt x="7128" y="12232"/>
                    <a:pt x="7806" y="13930"/>
                  </a:cubicBezTo>
                  <a:cubicBezTo>
                    <a:pt x="5683" y="14108"/>
                    <a:pt x="3722" y="15575"/>
                    <a:pt x="2955" y="17563"/>
                  </a:cubicBezTo>
                  <a:cubicBezTo>
                    <a:pt x="2192" y="19551"/>
                    <a:pt x="2666" y="21956"/>
                    <a:pt x="4120" y="23506"/>
                  </a:cubicBezTo>
                  <a:cubicBezTo>
                    <a:pt x="2619" y="24536"/>
                    <a:pt x="1741" y="26412"/>
                    <a:pt x="1919" y="28225"/>
                  </a:cubicBezTo>
                  <a:cubicBezTo>
                    <a:pt x="2096" y="30038"/>
                    <a:pt x="3314" y="31713"/>
                    <a:pt x="4985" y="32437"/>
                  </a:cubicBezTo>
                  <a:cubicBezTo>
                    <a:pt x="3821" y="32845"/>
                    <a:pt x="3202" y="34079"/>
                    <a:pt x="2899" y="35270"/>
                  </a:cubicBezTo>
                  <a:cubicBezTo>
                    <a:pt x="2593" y="36468"/>
                    <a:pt x="2748" y="37735"/>
                    <a:pt x="3054" y="38929"/>
                  </a:cubicBezTo>
                  <a:cubicBezTo>
                    <a:pt x="2225" y="38933"/>
                    <a:pt x="1405" y="39298"/>
                    <a:pt x="846" y="39910"/>
                  </a:cubicBezTo>
                  <a:cubicBezTo>
                    <a:pt x="286" y="40522"/>
                    <a:pt x="0" y="41374"/>
                    <a:pt x="72" y="42203"/>
                  </a:cubicBezTo>
                  <a:lnTo>
                    <a:pt x="72" y="42200"/>
                  </a:lnTo>
                  <a:lnTo>
                    <a:pt x="41341" y="42200"/>
                  </a:lnTo>
                  <a:lnTo>
                    <a:pt x="41341" y="3660"/>
                  </a:lnTo>
                  <a:cubicBezTo>
                    <a:pt x="41017" y="3501"/>
                    <a:pt x="40658" y="3428"/>
                    <a:pt x="40294" y="3428"/>
                  </a:cubicBezTo>
                  <a:cubicBezTo>
                    <a:pt x="39364" y="3428"/>
                    <a:pt x="38399" y="3906"/>
                    <a:pt x="37879" y="4667"/>
                  </a:cubicBezTo>
                  <a:cubicBezTo>
                    <a:pt x="37438" y="3189"/>
                    <a:pt x="36194" y="1985"/>
                    <a:pt x="34710" y="1577"/>
                  </a:cubicBezTo>
                  <a:cubicBezTo>
                    <a:pt x="34357" y="1480"/>
                    <a:pt x="33969" y="1434"/>
                    <a:pt x="33567" y="1434"/>
                  </a:cubicBezTo>
                  <a:cubicBezTo>
                    <a:pt x="32284" y="1434"/>
                    <a:pt x="30864" y="1905"/>
                    <a:pt x="30001" y="2702"/>
                  </a:cubicBezTo>
                  <a:cubicBezTo>
                    <a:pt x="29294" y="1162"/>
                    <a:pt x="27685" y="76"/>
                    <a:pt x="25990" y="4"/>
                  </a:cubicBezTo>
                  <a:cubicBezTo>
                    <a:pt x="25940" y="2"/>
                    <a:pt x="25889" y="0"/>
                    <a:pt x="25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9"/>
            <p:cNvSpPr/>
            <p:nvPr/>
          </p:nvSpPr>
          <p:spPr>
            <a:xfrm flipH="1">
              <a:off x="-155468" y="2394529"/>
              <a:ext cx="2858377" cy="2845147"/>
            </a:xfrm>
            <a:custGeom>
              <a:rect b="b" l="l" r="r" t="t"/>
              <a:pathLst>
                <a:path extrusionOk="0" fill="none" h="57440" w="55689">
                  <a:moveTo>
                    <a:pt x="99" y="57439"/>
                  </a:moveTo>
                  <a:cubicBezTo>
                    <a:pt x="0" y="56314"/>
                    <a:pt x="388" y="55159"/>
                    <a:pt x="1142" y="54323"/>
                  </a:cubicBezTo>
                  <a:cubicBezTo>
                    <a:pt x="1892" y="53491"/>
                    <a:pt x="3001" y="52991"/>
                    <a:pt x="4113" y="52987"/>
                  </a:cubicBezTo>
                  <a:cubicBezTo>
                    <a:pt x="3699" y="51368"/>
                    <a:pt x="3498" y="49644"/>
                    <a:pt x="3906" y="48022"/>
                  </a:cubicBezTo>
                  <a:cubicBezTo>
                    <a:pt x="4311" y="46403"/>
                    <a:pt x="5143" y="44724"/>
                    <a:pt x="6710" y="44172"/>
                  </a:cubicBezTo>
                  <a:cubicBezTo>
                    <a:pt x="4459" y="43191"/>
                    <a:pt x="2817" y="40914"/>
                    <a:pt x="2583" y="38452"/>
                  </a:cubicBezTo>
                  <a:cubicBezTo>
                    <a:pt x="2350" y="35988"/>
                    <a:pt x="3524" y="33441"/>
                    <a:pt x="5551" y="32039"/>
                  </a:cubicBezTo>
                  <a:cubicBezTo>
                    <a:pt x="3587" y="29929"/>
                    <a:pt x="2952" y="26662"/>
                    <a:pt x="3982" y="23960"/>
                  </a:cubicBezTo>
                  <a:cubicBezTo>
                    <a:pt x="5012" y="21262"/>
                    <a:pt x="7658" y="19261"/>
                    <a:pt x="10514" y="19027"/>
                  </a:cubicBezTo>
                  <a:cubicBezTo>
                    <a:pt x="9596" y="16717"/>
                    <a:pt x="9467" y="14003"/>
                    <a:pt x="10590" y="11788"/>
                  </a:cubicBezTo>
                  <a:cubicBezTo>
                    <a:pt x="11202" y="10584"/>
                    <a:pt x="12222" y="9580"/>
                    <a:pt x="13426" y="8988"/>
                  </a:cubicBezTo>
                  <a:cubicBezTo>
                    <a:pt x="14410" y="8507"/>
                    <a:pt x="16019" y="8761"/>
                    <a:pt x="16753" y="8086"/>
                  </a:cubicBezTo>
                  <a:cubicBezTo>
                    <a:pt x="17592" y="7316"/>
                    <a:pt x="17931" y="5694"/>
                    <a:pt x="18823" y="4792"/>
                  </a:cubicBezTo>
                  <a:cubicBezTo>
                    <a:pt x="19672" y="3936"/>
                    <a:pt x="20698" y="3262"/>
                    <a:pt x="21827" y="2847"/>
                  </a:cubicBezTo>
                  <a:cubicBezTo>
                    <a:pt x="24229" y="1965"/>
                    <a:pt x="27036" y="2304"/>
                    <a:pt x="29172" y="3723"/>
                  </a:cubicBezTo>
                  <a:cubicBezTo>
                    <a:pt x="30307" y="1722"/>
                    <a:pt x="32726" y="1"/>
                    <a:pt x="35006" y="103"/>
                  </a:cubicBezTo>
                  <a:cubicBezTo>
                    <a:pt x="37284" y="205"/>
                    <a:pt x="39452" y="1679"/>
                    <a:pt x="40406" y="3769"/>
                  </a:cubicBezTo>
                  <a:cubicBezTo>
                    <a:pt x="41933" y="2347"/>
                    <a:pt x="44750" y="1689"/>
                    <a:pt x="46751" y="2238"/>
                  </a:cubicBezTo>
                  <a:cubicBezTo>
                    <a:pt x="48748" y="2788"/>
                    <a:pt x="50420" y="4430"/>
                    <a:pt x="51019" y="6434"/>
                  </a:cubicBezTo>
                  <a:cubicBezTo>
                    <a:pt x="51993" y="4993"/>
                    <a:pt x="54132" y="4302"/>
                    <a:pt x="55688" y="5068"/>
                  </a:cubicBezTo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dash"/>
              <a:miter lim="329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0" name="Google Shape;1270;p49"/>
          <p:cNvSpPr txBox="1"/>
          <p:nvPr>
            <p:ph type="title"/>
          </p:nvPr>
        </p:nvSpPr>
        <p:spPr>
          <a:xfrm>
            <a:off x="720000" y="445025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Links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1" name="Google Shape;1271;p49"/>
          <p:cNvSpPr txBox="1"/>
          <p:nvPr>
            <p:ph idx="1" type="body"/>
          </p:nvPr>
        </p:nvSpPr>
        <p:spPr>
          <a:xfrm>
            <a:off x="3944800" y="2283775"/>
            <a:ext cx="4757100" cy="18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https://dcapswoz.ict.usc.edu/daic-woz-database-download/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https://www.kaggle.com/datasets/nikhileswarkomati/suicide-watch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https://ieeexplore.ieee.org/document/9591887</a:t>
            </a:r>
            <a:br>
              <a:rPr lang="en" sz="1600"/>
            </a:br>
            <a:endParaRPr sz="1600"/>
          </a:p>
        </p:txBody>
      </p:sp>
      <p:grpSp>
        <p:nvGrpSpPr>
          <p:cNvPr id="1272" name="Google Shape;1272;p49"/>
          <p:cNvGrpSpPr/>
          <p:nvPr/>
        </p:nvGrpSpPr>
        <p:grpSpPr>
          <a:xfrm>
            <a:off x="607928" y="1996325"/>
            <a:ext cx="2694297" cy="3147176"/>
            <a:chOff x="607928" y="1996325"/>
            <a:chExt cx="2694297" cy="3147176"/>
          </a:xfrm>
        </p:grpSpPr>
        <p:sp>
          <p:nvSpPr>
            <p:cNvPr id="1273" name="Google Shape;1273;p49"/>
            <p:cNvSpPr/>
            <p:nvPr/>
          </p:nvSpPr>
          <p:spPr>
            <a:xfrm flipH="1">
              <a:off x="1885815" y="2434172"/>
              <a:ext cx="1148991" cy="1482251"/>
            </a:xfrm>
            <a:custGeom>
              <a:rect b="b" l="l" r="r" t="t"/>
              <a:pathLst>
                <a:path extrusionOk="0" h="19699" w="15270">
                  <a:moveTo>
                    <a:pt x="7846" y="0"/>
                  </a:moveTo>
                  <a:cubicBezTo>
                    <a:pt x="3745" y="0"/>
                    <a:pt x="1" y="2202"/>
                    <a:pt x="1" y="6305"/>
                  </a:cubicBezTo>
                  <a:cubicBezTo>
                    <a:pt x="1" y="10412"/>
                    <a:pt x="4179" y="19699"/>
                    <a:pt x="8026" y="19699"/>
                  </a:cubicBezTo>
                  <a:cubicBezTo>
                    <a:pt x="8042" y="19699"/>
                    <a:pt x="8057" y="19699"/>
                    <a:pt x="8073" y="19698"/>
                  </a:cubicBezTo>
                  <a:cubicBezTo>
                    <a:pt x="14085" y="19573"/>
                    <a:pt x="15269" y="11528"/>
                    <a:pt x="15269" y="7427"/>
                  </a:cubicBezTo>
                  <a:cubicBezTo>
                    <a:pt x="15269" y="3324"/>
                    <a:pt x="11946" y="0"/>
                    <a:pt x="7846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9"/>
            <p:cNvSpPr/>
            <p:nvPr/>
          </p:nvSpPr>
          <p:spPr>
            <a:xfrm flipH="1">
              <a:off x="2485521" y="3053885"/>
              <a:ext cx="136043" cy="380439"/>
            </a:xfrm>
            <a:custGeom>
              <a:rect b="b" l="l" r="r" t="t"/>
              <a:pathLst>
                <a:path extrusionOk="0" h="5056" w="1808">
                  <a:moveTo>
                    <a:pt x="34" y="1"/>
                  </a:moveTo>
                  <a:lnTo>
                    <a:pt x="34" y="1"/>
                  </a:lnTo>
                  <a:cubicBezTo>
                    <a:pt x="47" y="103"/>
                    <a:pt x="57" y="208"/>
                    <a:pt x="70" y="314"/>
                  </a:cubicBezTo>
                  <a:lnTo>
                    <a:pt x="106" y="626"/>
                  </a:lnTo>
                  <a:lnTo>
                    <a:pt x="136" y="939"/>
                  </a:lnTo>
                  <a:lnTo>
                    <a:pt x="162" y="1251"/>
                  </a:lnTo>
                  <a:cubicBezTo>
                    <a:pt x="188" y="1666"/>
                    <a:pt x="202" y="2087"/>
                    <a:pt x="202" y="2502"/>
                  </a:cubicBezTo>
                  <a:lnTo>
                    <a:pt x="198" y="2815"/>
                  </a:lnTo>
                  <a:lnTo>
                    <a:pt x="188" y="3127"/>
                  </a:lnTo>
                  <a:lnTo>
                    <a:pt x="172" y="3440"/>
                  </a:lnTo>
                  <a:lnTo>
                    <a:pt x="152" y="3752"/>
                  </a:lnTo>
                  <a:lnTo>
                    <a:pt x="123" y="4065"/>
                  </a:lnTo>
                  <a:lnTo>
                    <a:pt x="90" y="4374"/>
                  </a:lnTo>
                  <a:lnTo>
                    <a:pt x="53" y="4684"/>
                  </a:lnTo>
                  <a:lnTo>
                    <a:pt x="7" y="4990"/>
                  </a:lnTo>
                  <a:lnTo>
                    <a:pt x="1" y="5055"/>
                  </a:lnTo>
                  <a:lnTo>
                    <a:pt x="67" y="5049"/>
                  </a:lnTo>
                  <a:cubicBezTo>
                    <a:pt x="234" y="5032"/>
                    <a:pt x="402" y="5000"/>
                    <a:pt x="564" y="4950"/>
                  </a:cubicBezTo>
                  <a:cubicBezTo>
                    <a:pt x="728" y="4901"/>
                    <a:pt x="886" y="4835"/>
                    <a:pt x="1034" y="4756"/>
                  </a:cubicBezTo>
                  <a:cubicBezTo>
                    <a:pt x="1182" y="4677"/>
                    <a:pt x="1320" y="4585"/>
                    <a:pt x="1452" y="4476"/>
                  </a:cubicBezTo>
                  <a:cubicBezTo>
                    <a:pt x="1580" y="4371"/>
                    <a:pt x="1699" y="4249"/>
                    <a:pt x="1807" y="4124"/>
                  </a:cubicBezTo>
                  <a:lnTo>
                    <a:pt x="1807" y="4124"/>
                  </a:lnTo>
                  <a:cubicBezTo>
                    <a:pt x="1686" y="4243"/>
                    <a:pt x="1564" y="4355"/>
                    <a:pt x="1429" y="4447"/>
                  </a:cubicBezTo>
                  <a:cubicBezTo>
                    <a:pt x="1291" y="4542"/>
                    <a:pt x="1149" y="4624"/>
                    <a:pt x="1001" y="4693"/>
                  </a:cubicBezTo>
                  <a:cubicBezTo>
                    <a:pt x="853" y="4766"/>
                    <a:pt x="695" y="4822"/>
                    <a:pt x="540" y="4865"/>
                  </a:cubicBezTo>
                  <a:cubicBezTo>
                    <a:pt x="405" y="4898"/>
                    <a:pt x="267" y="4923"/>
                    <a:pt x="127" y="4935"/>
                  </a:cubicBezTo>
                  <a:lnTo>
                    <a:pt x="127" y="4935"/>
                  </a:lnTo>
                  <a:lnTo>
                    <a:pt x="165" y="4693"/>
                  </a:lnTo>
                  <a:lnTo>
                    <a:pt x="211" y="4381"/>
                  </a:lnTo>
                  <a:lnTo>
                    <a:pt x="248" y="4068"/>
                  </a:lnTo>
                  <a:lnTo>
                    <a:pt x="277" y="3756"/>
                  </a:lnTo>
                  <a:lnTo>
                    <a:pt x="297" y="3443"/>
                  </a:lnTo>
                  <a:lnTo>
                    <a:pt x="310" y="3130"/>
                  </a:lnTo>
                  <a:lnTo>
                    <a:pt x="317" y="2815"/>
                  </a:lnTo>
                  <a:lnTo>
                    <a:pt x="317" y="2499"/>
                  </a:lnTo>
                  <a:cubicBezTo>
                    <a:pt x="313" y="2077"/>
                    <a:pt x="284" y="1659"/>
                    <a:pt x="238" y="1245"/>
                  </a:cubicBezTo>
                  <a:lnTo>
                    <a:pt x="202" y="932"/>
                  </a:lnTo>
                  <a:lnTo>
                    <a:pt x="152" y="620"/>
                  </a:lnTo>
                  <a:lnTo>
                    <a:pt x="100" y="310"/>
                  </a:lnTo>
                  <a:cubicBezTo>
                    <a:pt x="80" y="208"/>
                    <a:pt x="53" y="103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9"/>
            <p:cNvSpPr/>
            <p:nvPr/>
          </p:nvSpPr>
          <p:spPr>
            <a:xfrm flipH="1">
              <a:off x="1555043" y="3224841"/>
              <a:ext cx="844926" cy="1362988"/>
            </a:xfrm>
            <a:custGeom>
              <a:rect b="b" l="l" r="r" t="t"/>
              <a:pathLst>
                <a:path extrusionOk="0" h="18114" w="11229">
                  <a:moveTo>
                    <a:pt x="6066" y="0"/>
                  </a:moveTo>
                  <a:cubicBezTo>
                    <a:pt x="5623" y="0"/>
                    <a:pt x="5193" y="228"/>
                    <a:pt x="4953" y="631"/>
                  </a:cubicBezTo>
                  <a:lnTo>
                    <a:pt x="1400" y="6587"/>
                  </a:lnTo>
                  <a:cubicBezTo>
                    <a:pt x="1238" y="6851"/>
                    <a:pt x="1179" y="7170"/>
                    <a:pt x="1235" y="7473"/>
                  </a:cubicBezTo>
                  <a:cubicBezTo>
                    <a:pt x="1409" y="8489"/>
                    <a:pt x="1798" y="10872"/>
                    <a:pt x="1689" y="11816"/>
                  </a:cubicBezTo>
                  <a:cubicBezTo>
                    <a:pt x="1650" y="12175"/>
                    <a:pt x="972" y="12817"/>
                    <a:pt x="1" y="13587"/>
                  </a:cubicBezTo>
                  <a:cubicBezTo>
                    <a:pt x="136" y="14153"/>
                    <a:pt x="294" y="14719"/>
                    <a:pt x="465" y="15278"/>
                  </a:cubicBezTo>
                  <a:cubicBezTo>
                    <a:pt x="1031" y="17088"/>
                    <a:pt x="2668" y="18113"/>
                    <a:pt x="4339" y="18113"/>
                  </a:cubicBezTo>
                  <a:cubicBezTo>
                    <a:pt x="5381" y="18113"/>
                    <a:pt x="6436" y="17715"/>
                    <a:pt x="7254" y="16861"/>
                  </a:cubicBezTo>
                  <a:cubicBezTo>
                    <a:pt x="8675" y="15360"/>
                    <a:pt x="10008" y="13771"/>
                    <a:pt x="11229" y="12099"/>
                  </a:cubicBezTo>
                  <a:cubicBezTo>
                    <a:pt x="10719" y="11695"/>
                    <a:pt x="10304" y="11303"/>
                    <a:pt x="10031" y="10938"/>
                  </a:cubicBezTo>
                  <a:cubicBezTo>
                    <a:pt x="8580" y="8983"/>
                    <a:pt x="7635" y="3116"/>
                    <a:pt x="7346" y="1112"/>
                  </a:cubicBezTo>
                  <a:cubicBezTo>
                    <a:pt x="7283" y="684"/>
                    <a:pt x="7017" y="312"/>
                    <a:pt x="6625" y="128"/>
                  </a:cubicBezTo>
                  <a:cubicBezTo>
                    <a:pt x="6445" y="41"/>
                    <a:pt x="6254" y="0"/>
                    <a:pt x="6066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9"/>
            <p:cNvSpPr/>
            <p:nvPr/>
          </p:nvSpPr>
          <p:spPr>
            <a:xfrm flipH="1">
              <a:off x="1510422" y="4134997"/>
              <a:ext cx="943497" cy="524006"/>
            </a:xfrm>
            <a:custGeom>
              <a:rect b="b" l="l" r="r" t="t"/>
              <a:pathLst>
                <a:path extrusionOk="0" h="6964" w="12539">
                  <a:moveTo>
                    <a:pt x="11946" y="0"/>
                  </a:moveTo>
                  <a:cubicBezTo>
                    <a:pt x="11024" y="1260"/>
                    <a:pt x="10044" y="2475"/>
                    <a:pt x="9007" y="3633"/>
                  </a:cubicBezTo>
                  <a:cubicBezTo>
                    <a:pt x="8025" y="4735"/>
                    <a:pt x="6724" y="5243"/>
                    <a:pt x="5439" y="5243"/>
                  </a:cubicBezTo>
                  <a:cubicBezTo>
                    <a:pt x="3350" y="5243"/>
                    <a:pt x="1304" y="3899"/>
                    <a:pt x="738" y="1570"/>
                  </a:cubicBezTo>
                  <a:cubicBezTo>
                    <a:pt x="731" y="1540"/>
                    <a:pt x="721" y="1514"/>
                    <a:pt x="718" y="1491"/>
                  </a:cubicBezTo>
                  <a:cubicBezTo>
                    <a:pt x="491" y="1668"/>
                    <a:pt x="254" y="1853"/>
                    <a:pt x="1" y="2040"/>
                  </a:cubicBezTo>
                  <a:cubicBezTo>
                    <a:pt x="106" y="2508"/>
                    <a:pt x="215" y="2968"/>
                    <a:pt x="340" y="3422"/>
                  </a:cubicBezTo>
                  <a:cubicBezTo>
                    <a:pt x="950" y="5679"/>
                    <a:pt x="2950" y="6963"/>
                    <a:pt x="4994" y="6963"/>
                  </a:cubicBezTo>
                  <a:cubicBezTo>
                    <a:pt x="6269" y="6963"/>
                    <a:pt x="7560" y="6464"/>
                    <a:pt x="8543" y="5390"/>
                  </a:cubicBezTo>
                  <a:cubicBezTo>
                    <a:pt x="9975" y="3827"/>
                    <a:pt x="11314" y="2172"/>
                    <a:pt x="12538" y="444"/>
                  </a:cubicBezTo>
                  <a:cubicBezTo>
                    <a:pt x="12331" y="296"/>
                    <a:pt x="12130" y="148"/>
                    <a:pt x="119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9"/>
            <p:cNvSpPr/>
            <p:nvPr/>
          </p:nvSpPr>
          <p:spPr>
            <a:xfrm flipH="1">
              <a:off x="607928" y="4168406"/>
              <a:ext cx="2562017" cy="974648"/>
            </a:xfrm>
            <a:custGeom>
              <a:rect b="b" l="l" r="r" t="t"/>
              <a:pathLst>
                <a:path extrusionOk="0" h="12953" w="34049">
                  <a:moveTo>
                    <a:pt x="22054" y="0"/>
                  </a:moveTo>
                  <a:cubicBezTo>
                    <a:pt x="21057" y="1409"/>
                    <a:pt x="19988" y="2761"/>
                    <a:pt x="18852" y="4061"/>
                  </a:cubicBezTo>
                  <a:cubicBezTo>
                    <a:pt x="17746" y="5326"/>
                    <a:pt x="16271" y="5909"/>
                    <a:pt x="14816" y="5909"/>
                  </a:cubicBezTo>
                  <a:cubicBezTo>
                    <a:pt x="12444" y="5909"/>
                    <a:pt x="10125" y="4360"/>
                    <a:pt x="9540" y="1688"/>
                  </a:cubicBezTo>
                  <a:cubicBezTo>
                    <a:pt x="9530" y="1656"/>
                    <a:pt x="9526" y="1626"/>
                    <a:pt x="9517" y="1596"/>
                  </a:cubicBezTo>
                  <a:cubicBezTo>
                    <a:pt x="7177" y="3370"/>
                    <a:pt x="2985" y="5591"/>
                    <a:pt x="2169" y="6799"/>
                  </a:cubicBezTo>
                  <a:cubicBezTo>
                    <a:pt x="879" y="8697"/>
                    <a:pt x="1" y="12952"/>
                    <a:pt x="3" y="12952"/>
                  </a:cubicBezTo>
                  <a:cubicBezTo>
                    <a:pt x="3" y="12952"/>
                    <a:pt x="3" y="12952"/>
                    <a:pt x="3" y="12952"/>
                  </a:cubicBezTo>
                  <a:lnTo>
                    <a:pt x="34049" y="12952"/>
                  </a:lnTo>
                  <a:cubicBezTo>
                    <a:pt x="34049" y="12952"/>
                    <a:pt x="33845" y="8359"/>
                    <a:pt x="31268" y="6256"/>
                  </a:cubicBezTo>
                  <a:cubicBezTo>
                    <a:pt x="29234" y="4597"/>
                    <a:pt x="25022" y="2133"/>
                    <a:pt x="220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49"/>
            <p:cNvSpPr/>
            <p:nvPr/>
          </p:nvSpPr>
          <p:spPr>
            <a:xfrm flipH="1">
              <a:off x="1895452" y="3449821"/>
              <a:ext cx="394058" cy="560951"/>
            </a:xfrm>
            <a:custGeom>
              <a:rect b="b" l="l" r="r" t="t"/>
              <a:pathLst>
                <a:path extrusionOk="0" h="7455" w="5237">
                  <a:moveTo>
                    <a:pt x="5236" y="1"/>
                  </a:moveTo>
                  <a:cubicBezTo>
                    <a:pt x="4492" y="2646"/>
                    <a:pt x="2561" y="4868"/>
                    <a:pt x="1" y="5871"/>
                  </a:cubicBezTo>
                  <a:lnTo>
                    <a:pt x="211" y="7454"/>
                  </a:lnTo>
                  <a:cubicBezTo>
                    <a:pt x="1590" y="6770"/>
                    <a:pt x="2748" y="5697"/>
                    <a:pt x="3604" y="4420"/>
                  </a:cubicBezTo>
                  <a:cubicBezTo>
                    <a:pt x="4460" y="3147"/>
                    <a:pt x="4979" y="1514"/>
                    <a:pt x="5236" y="1"/>
                  </a:cubicBezTo>
                  <a:close/>
                </a:path>
              </a:pathLst>
            </a:custGeom>
            <a:solidFill>
              <a:srgbClr val="000000">
                <a:alpha val="352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49"/>
            <p:cNvSpPr/>
            <p:nvPr/>
          </p:nvSpPr>
          <p:spPr>
            <a:xfrm flipH="1">
              <a:off x="2940374" y="4719571"/>
              <a:ext cx="59745" cy="423930"/>
            </a:xfrm>
            <a:custGeom>
              <a:rect b="b" l="l" r="r" t="t"/>
              <a:pathLst>
                <a:path extrusionOk="0" h="5634" w="794">
                  <a:moveTo>
                    <a:pt x="793" y="0"/>
                  </a:moveTo>
                  <a:lnTo>
                    <a:pt x="793" y="0"/>
                  </a:lnTo>
                  <a:cubicBezTo>
                    <a:pt x="379" y="1850"/>
                    <a:pt x="116" y="3729"/>
                    <a:pt x="0" y="5624"/>
                  </a:cubicBezTo>
                  <a:lnTo>
                    <a:pt x="165" y="5634"/>
                  </a:lnTo>
                  <a:cubicBezTo>
                    <a:pt x="224" y="3745"/>
                    <a:pt x="431" y="1860"/>
                    <a:pt x="7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9"/>
            <p:cNvSpPr/>
            <p:nvPr/>
          </p:nvSpPr>
          <p:spPr>
            <a:xfrm flipH="1">
              <a:off x="1365583" y="4719571"/>
              <a:ext cx="59745" cy="423930"/>
            </a:xfrm>
            <a:custGeom>
              <a:rect b="b" l="l" r="r" t="t"/>
              <a:pathLst>
                <a:path extrusionOk="0" h="5634" w="794">
                  <a:moveTo>
                    <a:pt x="793" y="0"/>
                  </a:moveTo>
                  <a:cubicBezTo>
                    <a:pt x="379" y="1850"/>
                    <a:pt x="115" y="3729"/>
                    <a:pt x="0" y="5624"/>
                  </a:cubicBezTo>
                  <a:lnTo>
                    <a:pt x="165" y="5634"/>
                  </a:lnTo>
                  <a:cubicBezTo>
                    <a:pt x="224" y="3745"/>
                    <a:pt x="431" y="1860"/>
                    <a:pt x="7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9"/>
            <p:cNvSpPr/>
            <p:nvPr/>
          </p:nvSpPr>
          <p:spPr>
            <a:xfrm flipH="1">
              <a:off x="1475276" y="1996325"/>
              <a:ext cx="1826949" cy="1251023"/>
            </a:xfrm>
            <a:custGeom>
              <a:rect b="b" l="l" r="r" t="t"/>
              <a:pathLst>
                <a:path extrusionOk="0" h="16626" w="24280">
                  <a:moveTo>
                    <a:pt x="14431" y="0"/>
                  </a:moveTo>
                  <a:cubicBezTo>
                    <a:pt x="12937" y="0"/>
                    <a:pt x="11463" y="1045"/>
                    <a:pt x="10774" y="2387"/>
                  </a:cubicBezTo>
                  <a:cubicBezTo>
                    <a:pt x="10287" y="1594"/>
                    <a:pt x="9392" y="1094"/>
                    <a:pt x="8468" y="995"/>
                  </a:cubicBezTo>
                  <a:cubicBezTo>
                    <a:pt x="8336" y="981"/>
                    <a:pt x="8204" y="974"/>
                    <a:pt x="8072" y="974"/>
                  </a:cubicBezTo>
                  <a:cubicBezTo>
                    <a:pt x="7279" y="974"/>
                    <a:pt x="6485" y="1228"/>
                    <a:pt x="5802" y="1637"/>
                  </a:cubicBezTo>
                  <a:cubicBezTo>
                    <a:pt x="4920" y="2160"/>
                    <a:pt x="4160" y="2966"/>
                    <a:pt x="3979" y="3973"/>
                  </a:cubicBezTo>
                  <a:cubicBezTo>
                    <a:pt x="3841" y="3951"/>
                    <a:pt x="3702" y="3941"/>
                    <a:pt x="3564" y="3941"/>
                  </a:cubicBezTo>
                  <a:cubicBezTo>
                    <a:pt x="2325" y="3941"/>
                    <a:pt x="1130" y="4798"/>
                    <a:pt x="603" y="5938"/>
                  </a:cubicBezTo>
                  <a:cubicBezTo>
                    <a:pt x="17" y="7205"/>
                    <a:pt x="399" y="8965"/>
                    <a:pt x="991" y="10232"/>
                  </a:cubicBezTo>
                  <a:cubicBezTo>
                    <a:pt x="458" y="11193"/>
                    <a:pt x="1" y="13118"/>
                    <a:pt x="1231" y="14991"/>
                  </a:cubicBezTo>
                  <a:cubicBezTo>
                    <a:pt x="2268" y="16567"/>
                    <a:pt x="4568" y="16626"/>
                    <a:pt x="4568" y="16626"/>
                  </a:cubicBezTo>
                  <a:cubicBezTo>
                    <a:pt x="4568" y="16626"/>
                    <a:pt x="3614" y="13592"/>
                    <a:pt x="3650" y="13062"/>
                  </a:cubicBezTo>
                  <a:cubicBezTo>
                    <a:pt x="4029" y="13003"/>
                    <a:pt x="4854" y="12661"/>
                    <a:pt x="5088" y="12361"/>
                  </a:cubicBezTo>
                  <a:cubicBezTo>
                    <a:pt x="5325" y="12062"/>
                    <a:pt x="5457" y="11585"/>
                    <a:pt x="5572" y="11219"/>
                  </a:cubicBezTo>
                  <a:cubicBezTo>
                    <a:pt x="5802" y="11275"/>
                    <a:pt x="6039" y="11302"/>
                    <a:pt x="6275" y="11302"/>
                  </a:cubicBezTo>
                  <a:cubicBezTo>
                    <a:pt x="6698" y="11302"/>
                    <a:pt x="7120" y="11215"/>
                    <a:pt x="7503" y="11042"/>
                  </a:cubicBezTo>
                  <a:cubicBezTo>
                    <a:pt x="8106" y="10769"/>
                    <a:pt x="8478" y="10255"/>
                    <a:pt x="8784" y="9673"/>
                  </a:cubicBezTo>
                  <a:cubicBezTo>
                    <a:pt x="9326" y="10193"/>
                    <a:pt x="10064" y="10530"/>
                    <a:pt x="10818" y="10530"/>
                  </a:cubicBezTo>
                  <a:cubicBezTo>
                    <a:pt x="10846" y="10530"/>
                    <a:pt x="10875" y="10529"/>
                    <a:pt x="10903" y="10528"/>
                  </a:cubicBezTo>
                  <a:cubicBezTo>
                    <a:pt x="11683" y="10499"/>
                    <a:pt x="12423" y="10041"/>
                    <a:pt x="12798" y="9354"/>
                  </a:cubicBezTo>
                  <a:cubicBezTo>
                    <a:pt x="13177" y="10111"/>
                    <a:pt x="13795" y="10294"/>
                    <a:pt x="14302" y="10294"/>
                  </a:cubicBezTo>
                  <a:cubicBezTo>
                    <a:pt x="14773" y="10294"/>
                    <a:pt x="15148" y="10137"/>
                    <a:pt x="15148" y="10137"/>
                  </a:cubicBezTo>
                  <a:cubicBezTo>
                    <a:pt x="15148" y="10137"/>
                    <a:pt x="16207" y="14105"/>
                    <a:pt x="17122" y="15754"/>
                  </a:cubicBezTo>
                  <a:cubicBezTo>
                    <a:pt x="17708" y="15724"/>
                    <a:pt x="18823" y="15438"/>
                    <a:pt x="19370" y="15221"/>
                  </a:cubicBezTo>
                  <a:lnTo>
                    <a:pt x="19761" y="15728"/>
                  </a:lnTo>
                  <a:cubicBezTo>
                    <a:pt x="20148" y="16093"/>
                    <a:pt x="20672" y="16268"/>
                    <a:pt x="21205" y="16268"/>
                  </a:cubicBezTo>
                  <a:cubicBezTo>
                    <a:pt x="21733" y="16268"/>
                    <a:pt x="22269" y="16095"/>
                    <a:pt x="22683" y="15764"/>
                  </a:cubicBezTo>
                  <a:cubicBezTo>
                    <a:pt x="23513" y="15102"/>
                    <a:pt x="23838" y="13921"/>
                    <a:pt x="23608" y="12885"/>
                  </a:cubicBezTo>
                  <a:cubicBezTo>
                    <a:pt x="23526" y="12506"/>
                    <a:pt x="23249" y="12243"/>
                    <a:pt x="22996" y="11950"/>
                  </a:cubicBezTo>
                  <a:cubicBezTo>
                    <a:pt x="23809" y="11542"/>
                    <a:pt x="24279" y="10584"/>
                    <a:pt x="24197" y="9679"/>
                  </a:cubicBezTo>
                  <a:cubicBezTo>
                    <a:pt x="24118" y="8774"/>
                    <a:pt x="23378" y="8004"/>
                    <a:pt x="22608" y="7524"/>
                  </a:cubicBezTo>
                  <a:cubicBezTo>
                    <a:pt x="23055" y="6287"/>
                    <a:pt x="22769" y="4789"/>
                    <a:pt x="21834" y="3858"/>
                  </a:cubicBezTo>
                  <a:cubicBezTo>
                    <a:pt x="21247" y="3275"/>
                    <a:pt x="20441" y="2961"/>
                    <a:pt x="19634" y="2961"/>
                  </a:cubicBezTo>
                  <a:cubicBezTo>
                    <a:pt x="19157" y="2961"/>
                    <a:pt x="18680" y="3070"/>
                    <a:pt x="18248" y="3299"/>
                  </a:cubicBezTo>
                  <a:cubicBezTo>
                    <a:pt x="17955" y="1660"/>
                    <a:pt x="16540" y="281"/>
                    <a:pt x="14894" y="34"/>
                  </a:cubicBezTo>
                  <a:cubicBezTo>
                    <a:pt x="14740" y="11"/>
                    <a:pt x="14586" y="0"/>
                    <a:pt x="14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9"/>
            <p:cNvSpPr/>
            <p:nvPr/>
          </p:nvSpPr>
          <p:spPr>
            <a:xfrm flipH="1">
              <a:off x="2254519" y="2873148"/>
              <a:ext cx="301130" cy="102634"/>
            </a:xfrm>
            <a:custGeom>
              <a:rect b="b" l="l" r="r" t="t"/>
              <a:pathLst>
                <a:path extrusionOk="0" h="1364" w="4002">
                  <a:moveTo>
                    <a:pt x="1324" y="0"/>
                  </a:moveTo>
                  <a:cubicBezTo>
                    <a:pt x="1226" y="0"/>
                    <a:pt x="1127" y="7"/>
                    <a:pt x="1030" y="21"/>
                  </a:cubicBezTo>
                  <a:cubicBezTo>
                    <a:pt x="839" y="50"/>
                    <a:pt x="655" y="100"/>
                    <a:pt x="477" y="178"/>
                  </a:cubicBezTo>
                  <a:cubicBezTo>
                    <a:pt x="300" y="251"/>
                    <a:pt x="135" y="353"/>
                    <a:pt x="0" y="481"/>
                  </a:cubicBezTo>
                  <a:lnTo>
                    <a:pt x="17" y="508"/>
                  </a:lnTo>
                  <a:cubicBezTo>
                    <a:pt x="194" y="448"/>
                    <a:pt x="365" y="406"/>
                    <a:pt x="540" y="369"/>
                  </a:cubicBezTo>
                  <a:cubicBezTo>
                    <a:pt x="711" y="336"/>
                    <a:pt x="885" y="317"/>
                    <a:pt x="1056" y="310"/>
                  </a:cubicBezTo>
                  <a:cubicBezTo>
                    <a:pt x="1175" y="301"/>
                    <a:pt x="1292" y="298"/>
                    <a:pt x="1407" y="298"/>
                  </a:cubicBezTo>
                  <a:cubicBezTo>
                    <a:pt x="1465" y="298"/>
                    <a:pt x="1523" y="299"/>
                    <a:pt x="1580" y="300"/>
                  </a:cubicBezTo>
                  <a:cubicBezTo>
                    <a:pt x="1757" y="307"/>
                    <a:pt x="1928" y="327"/>
                    <a:pt x="2103" y="363"/>
                  </a:cubicBezTo>
                  <a:cubicBezTo>
                    <a:pt x="2271" y="406"/>
                    <a:pt x="2445" y="452"/>
                    <a:pt x="2610" y="521"/>
                  </a:cubicBezTo>
                  <a:cubicBezTo>
                    <a:pt x="2774" y="587"/>
                    <a:pt x="2939" y="659"/>
                    <a:pt x="3093" y="744"/>
                  </a:cubicBezTo>
                  <a:cubicBezTo>
                    <a:pt x="3416" y="916"/>
                    <a:pt x="3705" y="1129"/>
                    <a:pt x="3985" y="1363"/>
                  </a:cubicBezTo>
                  <a:lnTo>
                    <a:pt x="4002" y="1334"/>
                  </a:lnTo>
                  <a:cubicBezTo>
                    <a:pt x="3755" y="1060"/>
                    <a:pt x="3475" y="823"/>
                    <a:pt x="3169" y="613"/>
                  </a:cubicBezTo>
                  <a:cubicBezTo>
                    <a:pt x="3011" y="514"/>
                    <a:pt x="2850" y="419"/>
                    <a:pt x="2682" y="336"/>
                  </a:cubicBezTo>
                  <a:cubicBezTo>
                    <a:pt x="2514" y="261"/>
                    <a:pt x="2337" y="188"/>
                    <a:pt x="2156" y="136"/>
                  </a:cubicBezTo>
                  <a:cubicBezTo>
                    <a:pt x="1975" y="83"/>
                    <a:pt x="1790" y="40"/>
                    <a:pt x="1599" y="17"/>
                  </a:cubicBezTo>
                  <a:cubicBezTo>
                    <a:pt x="1509" y="6"/>
                    <a:pt x="1417" y="0"/>
                    <a:pt x="13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49"/>
            <p:cNvSpPr/>
            <p:nvPr/>
          </p:nvSpPr>
          <p:spPr>
            <a:xfrm flipH="1">
              <a:off x="2716822" y="2937708"/>
              <a:ext cx="211965" cy="225509"/>
            </a:xfrm>
            <a:custGeom>
              <a:rect b="b" l="l" r="r" t="t"/>
              <a:pathLst>
                <a:path extrusionOk="0" h="2997" w="2817">
                  <a:moveTo>
                    <a:pt x="2592" y="1"/>
                  </a:moveTo>
                  <a:cubicBezTo>
                    <a:pt x="2480" y="1"/>
                    <a:pt x="2366" y="13"/>
                    <a:pt x="2254" y="35"/>
                  </a:cubicBezTo>
                  <a:cubicBezTo>
                    <a:pt x="2063" y="71"/>
                    <a:pt x="1882" y="137"/>
                    <a:pt x="1711" y="219"/>
                  </a:cubicBezTo>
                  <a:cubicBezTo>
                    <a:pt x="1540" y="308"/>
                    <a:pt x="1382" y="413"/>
                    <a:pt x="1237" y="541"/>
                  </a:cubicBezTo>
                  <a:cubicBezTo>
                    <a:pt x="1093" y="670"/>
                    <a:pt x="964" y="808"/>
                    <a:pt x="846" y="956"/>
                  </a:cubicBezTo>
                  <a:cubicBezTo>
                    <a:pt x="727" y="1104"/>
                    <a:pt x="619" y="1262"/>
                    <a:pt x="527" y="1420"/>
                  </a:cubicBezTo>
                  <a:cubicBezTo>
                    <a:pt x="431" y="1581"/>
                    <a:pt x="352" y="1749"/>
                    <a:pt x="283" y="1923"/>
                  </a:cubicBezTo>
                  <a:cubicBezTo>
                    <a:pt x="148" y="2269"/>
                    <a:pt x="53" y="2628"/>
                    <a:pt x="0" y="2990"/>
                  </a:cubicBezTo>
                  <a:lnTo>
                    <a:pt x="23" y="2996"/>
                  </a:lnTo>
                  <a:cubicBezTo>
                    <a:pt x="122" y="2647"/>
                    <a:pt x="247" y="2305"/>
                    <a:pt x="411" y="1986"/>
                  </a:cubicBezTo>
                  <a:cubicBezTo>
                    <a:pt x="494" y="1825"/>
                    <a:pt x="583" y="1673"/>
                    <a:pt x="685" y="1525"/>
                  </a:cubicBezTo>
                  <a:cubicBezTo>
                    <a:pt x="783" y="1377"/>
                    <a:pt x="895" y="1236"/>
                    <a:pt x="1014" y="1107"/>
                  </a:cubicBezTo>
                  <a:cubicBezTo>
                    <a:pt x="1135" y="982"/>
                    <a:pt x="1270" y="867"/>
                    <a:pt x="1408" y="762"/>
                  </a:cubicBezTo>
                  <a:cubicBezTo>
                    <a:pt x="1550" y="660"/>
                    <a:pt x="1695" y="564"/>
                    <a:pt x="1843" y="476"/>
                  </a:cubicBezTo>
                  <a:cubicBezTo>
                    <a:pt x="1991" y="383"/>
                    <a:pt x="2146" y="301"/>
                    <a:pt x="2307" y="232"/>
                  </a:cubicBezTo>
                  <a:cubicBezTo>
                    <a:pt x="2471" y="160"/>
                    <a:pt x="2639" y="100"/>
                    <a:pt x="2817" y="48"/>
                  </a:cubicBezTo>
                  <a:lnTo>
                    <a:pt x="2817" y="18"/>
                  </a:lnTo>
                  <a:cubicBezTo>
                    <a:pt x="2743" y="6"/>
                    <a:pt x="2668" y="1"/>
                    <a:pt x="2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49"/>
            <p:cNvSpPr/>
            <p:nvPr/>
          </p:nvSpPr>
          <p:spPr>
            <a:xfrm flipH="1">
              <a:off x="2997560" y="2416339"/>
              <a:ext cx="72386" cy="340559"/>
            </a:xfrm>
            <a:custGeom>
              <a:rect b="b" l="l" r="r" t="t"/>
              <a:pathLst>
                <a:path extrusionOk="0" h="4526" w="962">
                  <a:moveTo>
                    <a:pt x="612" y="1"/>
                  </a:moveTo>
                  <a:cubicBezTo>
                    <a:pt x="418" y="119"/>
                    <a:pt x="257" y="293"/>
                    <a:pt x="165" y="497"/>
                  </a:cubicBezTo>
                  <a:cubicBezTo>
                    <a:pt x="56" y="698"/>
                    <a:pt x="0" y="928"/>
                    <a:pt x="7" y="1159"/>
                  </a:cubicBezTo>
                  <a:cubicBezTo>
                    <a:pt x="17" y="1389"/>
                    <a:pt x="89" y="1616"/>
                    <a:pt x="214" y="1810"/>
                  </a:cubicBezTo>
                  <a:cubicBezTo>
                    <a:pt x="328" y="1996"/>
                    <a:pt x="489" y="2155"/>
                    <a:pt x="685" y="2260"/>
                  </a:cubicBezTo>
                  <a:lnTo>
                    <a:pt x="685" y="2260"/>
                  </a:lnTo>
                  <a:cubicBezTo>
                    <a:pt x="515" y="2403"/>
                    <a:pt x="385" y="2589"/>
                    <a:pt x="303" y="2788"/>
                  </a:cubicBezTo>
                  <a:cubicBezTo>
                    <a:pt x="218" y="2998"/>
                    <a:pt x="181" y="3232"/>
                    <a:pt x="208" y="3459"/>
                  </a:cubicBezTo>
                  <a:cubicBezTo>
                    <a:pt x="234" y="3686"/>
                    <a:pt x="320" y="3903"/>
                    <a:pt x="451" y="4088"/>
                  </a:cubicBezTo>
                  <a:cubicBezTo>
                    <a:pt x="583" y="4275"/>
                    <a:pt x="757" y="4426"/>
                    <a:pt x="961" y="4525"/>
                  </a:cubicBezTo>
                  <a:cubicBezTo>
                    <a:pt x="764" y="4420"/>
                    <a:pt x="593" y="4262"/>
                    <a:pt x="468" y="4078"/>
                  </a:cubicBezTo>
                  <a:cubicBezTo>
                    <a:pt x="339" y="3890"/>
                    <a:pt x="257" y="3676"/>
                    <a:pt x="237" y="3456"/>
                  </a:cubicBezTo>
                  <a:cubicBezTo>
                    <a:pt x="218" y="3232"/>
                    <a:pt x="250" y="3008"/>
                    <a:pt x="336" y="2801"/>
                  </a:cubicBezTo>
                  <a:cubicBezTo>
                    <a:pt x="418" y="2597"/>
                    <a:pt x="553" y="2409"/>
                    <a:pt x="728" y="2271"/>
                  </a:cubicBezTo>
                  <a:lnTo>
                    <a:pt x="751" y="2251"/>
                  </a:lnTo>
                  <a:lnTo>
                    <a:pt x="724" y="2235"/>
                  </a:lnTo>
                  <a:cubicBezTo>
                    <a:pt x="527" y="2133"/>
                    <a:pt x="356" y="1975"/>
                    <a:pt x="237" y="1787"/>
                  </a:cubicBezTo>
                  <a:cubicBezTo>
                    <a:pt x="119" y="1600"/>
                    <a:pt x="43" y="1379"/>
                    <a:pt x="33" y="1156"/>
                  </a:cubicBezTo>
                  <a:cubicBezTo>
                    <a:pt x="20" y="935"/>
                    <a:pt x="69" y="708"/>
                    <a:pt x="172" y="507"/>
                  </a:cubicBezTo>
                  <a:cubicBezTo>
                    <a:pt x="270" y="303"/>
                    <a:pt x="422" y="129"/>
                    <a:pt x="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49"/>
            <p:cNvSpPr/>
            <p:nvPr/>
          </p:nvSpPr>
          <p:spPr>
            <a:xfrm flipH="1">
              <a:off x="2436008" y="2521531"/>
              <a:ext cx="406173" cy="84049"/>
            </a:xfrm>
            <a:custGeom>
              <a:rect b="b" l="l" r="r" t="t"/>
              <a:pathLst>
                <a:path extrusionOk="0" h="1117" w="5398">
                  <a:moveTo>
                    <a:pt x="1703" y="1"/>
                  </a:moveTo>
                  <a:cubicBezTo>
                    <a:pt x="1690" y="1"/>
                    <a:pt x="1678" y="1"/>
                    <a:pt x="1666" y="1"/>
                  </a:cubicBezTo>
                  <a:cubicBezTo>
                    <a:pt x="1324" y="11"/>
                    <a:pt x="988" y="120"/>
                    <a:pt x="695" y="297"/>
                  </a:cubicBezTo>
                  <a:cubicBezTo>
                    <a:pt x="402" y="475"/>
                    <a:pt x="159" y="728"/>
                    <a:pt x="1" y="1031"/>
                  </a:cubicBezTo>
                  <a:cubicBezTo>
                    <a:pt x="169" y="735"/>
                    <a:pt x="419" y="488"/>
                    <a:pt x="712" y="317"/>
                  </a:cubicBezTo>
                  <a:cubicBezTo>
                    <a:pt x="998" y="146"/>
                    <a:pt x="1330" y="47"/>
                    <a:pt x="1669" y="37"/>
                  </a:cubicBezTo>
                  <a:cubicBezTo>
                    <a:pt x="1681" y="37"/>
                    <a:pt x="1692" y="37"/>
                    <a:pt x="1704" y="37"/>
                  </a:cubicBezTo>
                  <a:cubicBezTo>
                    <a:pt x="2028" y="37"/>
                    <a:pt x="2351" y="125"/>
                    <a:pt x="2637" y="281"/>
                  </a:cubicBezTo>
                  <a:cubicBezTo>
                    <a:pt x="2933" y="442"/>
                    <a:pt x="3186" y="676"/>
                    <a:pt x="3364" y="962"/>
                  </a:cubicBezTo>
                  <a:lnTo>
                    <a:pt x="3377" y="978"/>
                  </a:lnTo>
                  <a:lnTo>
                    <a:pt x="3394" y="969"/>
                  </a:lnTo>
                  <a:cubicBezTo>
                    <a:pt x="3542" y="860"/>
                    <a:pt x="3706" y="788"/>
                    <a:pt x="3881" y="738"/>
                  </a:cubicBezTo>
                  <a:cubicBezTo>
                    <a:pt x="4022" y="698"/>
                    <a:pt x="4171" y="675"/>
                    <a:pt x="4319" y="675"/>
                  </a:cubicBezTo>
                  <a:cubicBezTo>
                    <a:pt x="4353" y="675"/>
                    <a:pt x="4386" y="676"/>
                    <a:pt x="4420" y="679"/>
                  </a:cubicBezTo>
                  <a:cubicBezTo>
                    <a:pt x="4601" y="692"/>
                    <a:pt x="4782" y="732"/>
                    <a:pt x="4950" y="804"/>
                  </a:cubicBezTo>
                  <a:cubicBezTo>
                    <a:pt x="5115" y="873"/>
                    <a:pt x="5272" y="978"/>
                    <a:pt x="5398" y="1117"/>
                  </a:cubicBezTo>
                  <a:cubicBezTo>
                    <a:pt x="5276" y="975"/>
                    <a:pt x="5124" y="870"/>
                    <a:pt x="4957" y="791"/>
                  </a:cubicBezTo>
                  <a:cubicBezTo>
                    <a:pt x="4789" y="715"/>
                    <a:pt x="4608" y="672"/>
                    <a:pt x="4420" y="659"/>
                  </a:cubicBezTo>
                  <a:cubicBezTo>
                    <a:pt x="4379" y="656"/>
                    <a:pt x="4338" y="655"/>
                    <a:pt x="4297" y="655"/>
                  </a:cubicBezTo>
                  <a:cubicBezTo>
                    <a:pt x="4154" y="655"/>
                    <a:pt x="4011" y="673"/>
                    <a:pt x="3871" y="709"/>
                  </a:cubicBezTo>
                  <a:cubicBezTo>
                    <a:pt x="3699" y="753"/>
                    <a:pt x="3534" y="825"/>
                    <a:pt x="3384" y="927"/>
                  </a:cubicBezTo>
                  <a:lnTo>
                    <a:pt x="3384" y="927"/>
                  </a:lnTo>
                  <a:cubicBezTo>
                    <a:pt x="3204" y="641"/>
                    <a:pt x="2947" y="406"/>
                    <a:pt x="2653" y="245"/>
                  </a:cubicBezTo>
                  <a:cubicBezTo>
                    <a:pt x="2364" y="86"/>
                    <a:pt x="2033" y="1"/>
                    <a:pt x="1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49"/>
            <p:cNvSpPr/>
            <p:nvPr/>
          </p:nvSpPr>
          <p:spPr>
            <a:xfrm flipH="1">
              <a:off x="2039618" y="2260508"/>
              <a:ext cx="690900" cy="115050"/>
            </a:xfrm>
            <a:custGeom>
              <a:rect b="b" l="l" r="r" t="t"/>
              <a:pathLst>
                <a:path extrusionOk="0" h="1529" w="9182">
                  <a:moveTo>
                    <a:pt x="1041" y="1"/>
                  </a:moveTo>
                  <a:cubicBezTo>
                    <a:pt x="1015" y="1"/>
                    <a:pt x="988" y="1"/>
                    <a:pt x="962" y="2"/>
                  </a:cubicBezTo>
                  <a:cubicBezTo>
                    <a:pt x="633" y="15"/>
                    <a:pt x="304" y="84"/>
                    <a:pt x="1" y="216"/>
                  </a:cubicBezTo>
                  <a:cubicBezTo>
                    <a:pt x="310" y="91"/>
                    <a:pt x="639" y="18"/>
                    <a:pt x="955" y="18"/>
                  </a:cubicBezTo>
                  <a:cubicBezTo>
                    <a:pt x="965" y="18"/>
                    <a:pt x="976" y="18"/>
                    <a:pt x="986" y="18"/>
                  </a:cubicBezTo>
                  <a:cubicBezTo>
                    <a:pt x="1305" y="18"/>
                    <a:pt x="1626" y="68"/>
                    <a:pt x="1926" y="179"/>
                  </a:cubicBezTo>
                  <a:cubicBezTo>
                    <a:pt x="2541" y="406"/>
                    <a:pt x="3068" y="874"/>
                    <a:pt x="3364" y="1463"/>
                  </a:cubicBezTo>
                  <a:lnTo>
                    <a:pt x="3380" y="1492"/>
                  </a:lnTo>
                  <a:lnTo>
                    <a:pt x="3397" y="1463"/>
                  </a:lnTo>
                  <a:cubicBezTo>
                    <a:pt x="3548" y="1186"/>
                    <a:pt x="3785" y="956"/>
                    <a:pt x="4055" y="801"/>
                  </a:cubicBezTo>
                  <a:cubicBezTo>
                    <a:pt x="4328" y="640"/>
                    <a:pt x="4641" y="548"/>
                    <a:pt x="4953" y="528"/>
                  </a:cubicBezTo>
                  <a:cubicBezTo>
                    <a:pt x="4988" y="526"/>
                    <a:pt x="5023" y="525"/>
                    <a:pt x="5057" y="525"/>
                  </a:cubicBezTo>
                  <a:cubicBezTo>
                    <a:pt x="5652" y="525"/>
                    <a:pt x="6244" y="816"/>
                    <a:pt x="6599" y="1298"/>
                  </a:cubicBezTo>
                  <a:lnTo>
                    <a:pt x="6605" y="1311"/>
                  </a:lnTo>
                  <a:lnTo>
                    <a:pt x="6618" y="1301"/>
                  </a:lnTo>
                  <a:cubicBezTo>
                    <a:pt x="6799" y="1153"/>
                    <a:pt x="7013" y="1048"/>
                    <a:pt x="7240" y="986"/>
                  </a:cubicBezTo>
                  <a:cubicBezTo>
                    <a:pt x="7408" y="940"/>
                    <a:pt x="7580" y="918"/>
                    <a:pt x="7753" y="918"/>
                  </a:cubicBezTo>
                  <a:cubicBezTo>
                    <a:pt x="7815" y="918"/>
                    <a:pt x="7877" y="921"/>
                    <a:pt x="7938" y="926"/>
                  </a:cubicBezTo>
                  <a:cubicBezTo>
                    <a:pt x="8409" y="966"/>
                    <a:pt x="8859" y="1183"/>
                    <a:pt x="9182" y="1529"/>
                  </a:cubicBezTo>
                  <a:cubicBezTo>
                    <a:pt x="8869" y="1180"/>
                    <a:pt x="8415" y="949"/>
                    <a:pt x="7945" y="907"/>
                  </a:cubicBezTo>
                  <a:cubicBezTo>
                    <a:pt x="7877" y="901"/>
                    <a:pt x="7810" y="898"/>
                    <a:pt x="7743" y="898"/>
                  </a:cubicBezTo>
                  <a:cubicBezTo>
                    <a:pt x="7572" y="898"/>
                    <a:pt x="7403" y="918"/>
                    <a:pt x="7237" y="963"/>
                  </a:cubicBezTo>
                  <a:cubicBezTo>
                    <a:pt x="7011" y="1017"/>
                    <a:pt x="6795" y="1123"/>
                    <a:pt x="6613" y="1270"/>
                  </a:cubicBezTo>
                  <a:lnTo>
                    <a:pt x="6613" y="1270"/>
                  </a:lnTo>
                  <a:cubicBezTo>
                    <a:pt x="6253" y="787"/>
                    <a:pt x="5658" y="489"/>
                    <a:pt x="5055" y="489"/>
                  </a:cubicBezTo>
                  <a:cubicBezTo>
                    <a:pt x="5021" y="489"/>
                    <a:pt x="4987" y="490"/>
                    <a:pt x="4953" y="492"/>
                  </a:cubicBezTo>
                  <a:cubicBezTo>
                    <a:pt x="4631" y="508"/>
                    <a:pt x="4315" y="604"/>
                    <a:pt x="4039" y="768"/>
                  </a:cubicBezTo>
                  <a:cubicBezTo>
                    <a:pt x="3774" y="928"/>
                    <a:pt x="3544" y="1148"/>
                    <a:pt x="3389" y="1419"/>
                  </a:cubicBezTo>
                  <a:lnTo>
                    <a:pt x="3389" y="1419"/>
                  </a:lnTo>
                  <a:cubicBezTo>
                    <a:pt x="3084" y="836"/>
                    <a:pt x="2558" y="377"/>
                    <a:pt x="1942" y="156"/>
                  </a:cubicBezTo>
                  <a:cubicBezTo>
                    <a:pt x="1655" y="53"/>
                    <a:pt x="1350" y="1"/>
                    <a:pt x="10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49"/>
            <p:cNvSpPr/>
            <p:nvPr/>
          </p:nvSpPr>
          <p:spPr>
            <a:xfrm flipH="1">
              <a:off x="1939547" y="2482931"/>
              <a:ext cx="172161" cy="381868"/>
            </a:xfrm>
            <a:custGeom>
              <a:rect b="b" l="l" r="r" t="t"/>
              <a:pathLst>
                <a:path extrusionOk="0" h="5075" w="2288">
                  <a:moveTo>
                    <a:pt x="0" y="1"/>
                  </a:moveTo>
                  <a:cubicBezTo>
                    <a:pt x="306" y="47"/>
                    <a:pt x="599" y="172"/>
                    <a:pt x="849" y="363"/>
                  </a:cubicBezTo>
                  <a:cubicBezTo>
                    <a:pt x="1096" y="550"/>
                    <a:pt x="1294" y="797"/>
                    <a:pt x="1419" y="1080"/>
                  </a:cubicBezTo>
                  <a:cubicBezTo>
                    <a:pt x="1540" y="1366"/>
                    <a:pt x="1586" y="1682"/>
                    <a:pt x="1554" y="1985"/>
                  </a:cubicBezTo>
                  <a:cubicBezTo>
                    <a:pt x="1521" y="2294"/>
                    <a:pt x="1419" y="2594"/>
                    <a:pt x="1241" y="2847"/>
                  </a:cubicBezTo>
                  <a:lnTo>
                    <a:pt x="1224" y="2867"/>
                  </a:lnTo>
                  <a:lnTo>
                    <a:pt x="1251" y="2873"/>
                  </a:lnTo>
                  <a:cubicBezTo>
                    <a:pt x="1458" y="2949"/>
                    <a:pt x="1652" y="3071"/>
                    <a:pt x="1810" y="3229"/>
                  </a:cubicBezTo>
                  <a:cubicBezTo>
                    <a:pt x="1965" y="3390"/>
                    <a:pt x="2090" y="3578"/>
                    <a:pt x="2162" y="3788"/>
                  </a:cubicBezTo>
                  <a:cubicBezTo>
                    <a:pt x="2238" y="3999"/>
                    <a:pt x="2261" y="4226"/>
                    <a:pt x="2238" y="4446"/>
                  </a:cubicBezTo>
                  <a:cubicBezTo>
                    <a:pt x="2212" y="4670"/>
                    <a:pt x="2139" y="4887"/>
                    <a:pt x="2018" y="5075"/>
                  </a:cubicBezTo>
                  <a:cubicBezTo>
                    <a:pt x="2146" y="4887"/>
                    <a:pt x="2225" y="4667"/>
                    <a:pt x="2254" y="4446"/>
                  </a:cubicBezTo>
                  <a:cubicBezTo>
                    <a:pt x="2287" y="4223"/>
                    <a:pt x="2261" y="3989"/>
                    <a:pt x="2192" y="3775"/>
                  </a:cubicBezTo>
                  <a:cubicBezTo>
                    <a:pt x="2116" y="3558"/>
                    <a:pt x="1994" y="3360"/>
                    <a:pt x="1833" y="3199"/>
                  </a:cubicBezTo>
                  <a:cubicBezTo>
                    <a:pt x="1678" y="3041"/>
                    <a:pt x="1490" y="2919"/>
                    <a:pt x="1285" y="2843"/>
                  </a:cubicBezTo>
                  <a:lnTo>
                    <a:pt x="1285" y="2843"/>
                  </a:lnTo>
                  <a:cubicBezTo>
                    <a:pt x="1457" y="2590"/>
                    <a:pt x="1564" y="2292"/>
                    <a:pt x="1590" y="1985"/>
                  </a:cubicBezTo>
                  <a:cubicBezTo>
                    <a:pt x="1619" y="1676"/>
                    <a:pt x="1573" y="1353"/>
                    <a:pt x="1448" y="1067"/>
                  </a:cubicBezTo>
                  <a:cubicBezTo>
                    <a:pt x="1320" y="781"/>
                    <a:pt x="1109" y="530"/>
                    <a:pt x="859" y="346"/>
                  </a:cubicBezTo>
                  <a:cubicBezTo>
                    <a:pt x="609" y="155"/>
                    <a:pt x="306" y="37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9"/>
            <p:cNvSpPr/>
            <p:nvPr/>
          </p:nvSpPr>
          <p:spPr>
            <a:xfrm flipH="1">
              <a:off x="1670623" y="2377739"/>
              <a:ext cx="181641" cy="423930"/>
            </a:xfrm>
            <a:custGeom>
              <a:rect b="b" l="l" r="r" t="t"/>
              <a:pathLst>
                <a:path extrusionOk="0" h="5634" w="2414">
                  <a:moveTo>
                    <a:pt x="1" y="0"/>
                  </a:moveTo>
                  <a:lnTo>
                    <a:pt x="1" y="0"/>
                  </a:lnTo>
                  <a:cubicBezTo>
                    <a:pt x="356" y="26"/>
                    <a:pt x="692" y="165"/>
                    <a:pt x="972" y="372"/>
                  </a:cubicBezTo>
                  <a:cubicBezTo>
                    <a:pt x="1251" y="579"/>
                    <a:pt x="1482" y="859"/>
                    <a:pt x="1613" y="1185"/>
                  </a:cubicBezTo>
                  <a:cubicBezTo>
                    <a:pt x="1745" y="1507"/>
                    <a:pt x="1781" y="1866"/>
                    <a:pt x="1725" y="2211"/>
                  </a:cubicBezTo>
                  <a:cubicBezTo>
                    <a:pt x="1666" y="2554"/>
                    <a:pt x="1525" y="2886"/>
                    <a:pt x="1298" y="3149"/>
                  </a:cubicBezTo>
                  <a:lnTo>
                    <a:pt x="1278" y="3169"/>
                  </a:lnTo>
                  <a:lnTo>
                    <a:pt x="1304" y="3179"/>
                  </a:lnTo>
                  <a:cubicBezTo>
                    <a:pt x="1544" y="3258"/>
                    <a:pt x="1761" y="3393"/>
                    <a:pt x="1936" y="3574"/>
                  </a:cubicBezTo>
                  <a:cubicBezTo>
                    <a:pt x="2107" y="3755"/>
                    <a:pt x="2242" y="3972"/>
                    <a:pt x="2314" y="4216"/>
                  </a:cubicBezTo>
                  <a:cubicBezTo>
                    <a:pt x="2383" y="4452"/>
                    <a:pt x="2387" y="4712"/>
                    <a:pt x="2337" y="4959"/>
                  </a:cubicBezTo>
                  <a:cubicBezTo>
                    <a:pt x="2285" y="5203"/>
                    <a:pt x="2173" y="5440"/>
                    <a:pt x="2015" y="5634"/>
                  </a:cubicBezTo>
                  <a:cubicBezTo>
                    <a:pt x="2183" y="5440"/>
                    <a:pt x="2298" y="5206"/>
                    <a:pt x="2354" y="4959"/>
                  </a:cubicBezTo>
                  <a:cubicBezTo>
                    <a:pt x="2413" y="4712"/>
                    <a:pt x="2413" y="4449"/>
                    <a:pt x="2344" y="4202"/>
                  </a:cubicBezTo>
                  <a:cubicBezTo>
                    <a:pt x="2272" y="3956"/>
                    <a:pt x="2140" y="3732"/>
                    <a:pt x="1966" y="3544"/>
                  </a:cubicBezTo>
                  <a:cubicBezTo>
                    <a:pt x="1794" y="3367"/>
                    <a:pt x="1581" y="3226"/>
                    <a:pt x="1350" y="3148"/>
                  </a:cubicBezTo>
                  <a:lnTo>
                    <a:pt x="1350" y="3148"/>
                  </a:lnTo>
                  <a:cubicBezTo>
                    <a:pt x="1570" y="2880"/>
                    <a:pt x="1714" y="2553"/>
                    <a:pt x="1768" y="2211"/>
                  </a:cubicBezTo>
                  <a:cubicBezTo>
                    <a:pt x="1821" y="1863"/>
                    <a:pt x="1785" y="1497"/>
                    <a:pt x="1646" y="1168"/>
                  </a:cubicBezTo>
                  <a:cubicBezTo>
                    <a:pt x="1508" y="843"/>
                    <a:pt x="1274" y="560"/>
                    <a:pt x="985" y="352"/>
                  </a:cubicBezTo>
                  <a:cubicBezTo>
                    <a:pt x="699" y="152"/>
                    <a:pt x="356" y="2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9"/>
            <p:cNvSpPr/>
            <p:nvPr/>
          </p:nvSpPr>
          <p:spPr>
            <a:xfrm flipH="1">
              <a:off x="1665431" y="2944254"/>
              <a:ext cx="292026" cy="380363"/>
            </a:xfrm>
            <a:custGeom>
              <a:rect b="b" l="l" r="r" t="t"/>
              <a:pathLst>
                <a:path extrusionOk="0" h="5055" w="3881">
                  <a:moveTo>
                    <a:pt x="1794" y="0"/>
                  </a:moveTo>
                  <a:cubicBezTo>
                    <a:pt x="1537" y="0"/>
                    <a:pt x="1272" y="67"/>
                    <a:pt x="1011" y="217"/>
                  </a:cubicBezTo>
                  <a:cubicBezTo>
                    <a:pt x="244" y="652"/>
                    <a:pt x="14" y="1616"/>
                    <a:pt x="10" y="2465"/>
                  </a:cubicBezTo>
                  <a:cubicBezTo>
                    <a:pt x="0" y="3123"/>
                    <a:pt x="99" y="3814"/>
                    <a:pt x="491" y="4350"/>
                  </a:cubicBezTo>
                  <a:cubicBezTo>
                    <a:pt x="793" y="4761"/>
                    <a:pt x="1311" y="5055"/>
                    <a:pt x="1826" y="5055"/>
                  </a:cubicBezTo>
                  <a:cubicBezTo>
                    <a:pt x="1979" y="5055"/>
                    <a:pt x="2131" y="5029"/>
                    <a:pt x="2278" y="4972"/>
                  </a:cubicBezTo>
                  <a:cubicBezTo>
                    <a:pt x="2561" y="4861"/>
                    <a:pt x="2791" y="4653"/>
                    <a:pt x="2985" y="4429"/>
                  </a:cubicBezTo>
                  <a:cubicBezTo>
                    <a:pt x="3604" y="3699"/>
                    <a:pt x="3880" y="2722"/>
                    <a:pt x="3729" y="1800"/>
                  </a:cubicBezTo>
                  <a:cubicBezTo>
                    <a:pt x="3579" y="904"/>
                    <a:pt x="2742" y="0"/>
                    <a:pt x="1794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49"/>
            <p:cNvSpPr/>
            <p:nvPr/>
          </p:nvSpPr>
          <p:spPr>
            <a:xfrm flipH="1">
              <a:off x="1684995" y="2986993"/>
              <a:ext cx="208579" cy="292252"/>
            </a:xfrm>
            <a:custGeom>
              <a:rect b="b" l="l" r="r" t="t"/>
              <a:pathLst>
                <a:path extrusionOk="0" h="3884" w="2772">
                  <a:moveTo>
                    <a:pt x="1107" y="0"/>
                  </a:moveTo>
                  <a:cubicBezTo>
                    <a:pt x="1026" y="0"/>
                    <a:pt x="946" y="12"/>
                    <a:pt x="869" y="38"/>
                  </a:cubicBezTo>
                  <a:cubicBezTo>
                    <a:pt x="695" y="97"/>
                    <a:pt x="550" y="215"/>
                    <a:pt x="435" y="354"/>
                  </a:cubicBezTo>
                  <a:cubicBezTo>
                    <a:pt x="17" y="870"/>
                    <a:pt x="0" y="1578"/>
                    <a:pt x="7" y="2229"/>
                  </a:cubicBezTo>
                  <a:cubicBezTo>
                    <a:pt x="14" y="2279"/>
                    <a:pt x="14" y="2338"/>
                    <a:pt x="40" y="2377"/>
                  </a:cubicBezTo>
                  <a:cubicBezTo>
                    <a:pt x="70" y="2417"/>
                    <a:pt x="116" y="2440"/>
                    <a:pt x="155" y="2460"/>
                  </a:cubicBezTo>
                  <a:cubicBezTo>
                    <a:pt x="376" y="2565"/>
                    <a:pt x="589" y="2670"/>
                    <a:pt x="803" y="2779"/>
                  </a:cubicBezTo>
                  <a:cubicBezTo>
                    <a:pt x="909" y="2831"/>
                    <a:pt x="1027" y="2897"/>
                    <a:pt x="1044" y="3012"/>
                  </a:cubicBezTo>
                  <a:cubicBezTo>
                    <a:pt x="1053" y="3075"/>
                    <a:pt x="1027" y="3134"/>
                    <a:pt x="1004" y="3190"/>
                  </a:cubicBezTo>
                  <a:cubicBezTo>
                    <a:pt x="876" y="3463"/>
                    <a:pt x="672" y="3704"/>
                    <a:pt x="412" y="3875"/>
                  </a:cubicBezTo>
                  <a:cubicBezTo>
                    <a:pt x="412" y="3875"/>
                    <a:pt x="468" y="3884"/>
                    <a:pt x="564" y="3884"/>
                  </a:cubicBezTo>
                  <a:cubicBezTo>
                    <a:pt x="872" y="3884"/>
                    <a:pt x="1586" y="3790"/>
                    <a:pt x="2093" y="2993"/>
                  </a:cubicBezTo>
                  <a:cubicBezTo>
                    <a:pt x="2771" y="1940"/>
                    <a:pt x="2222" y="709"/>
                    <a:pt x="2222" y="709"/>
                  </a:cubicBezTo>
                  <a:cubicBezTo>
                    <a:pt x="2054" y="502"/>
                    <a:pt x="1876" y="301"/>
                    <a:pt x="1646" y="163"/>
                  </a:cubicBezTo>
                  <a:cubicBezTo>
                    <a:pt x="1485" y="64"/>
                    <a:pt x="1295" y="0"/>
                    <a:pt x="1107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49"/>
            <p:cNvSpPr/>
            <p:nvPr/>
          </p:nvSpPr>
          <p:spPr>
            <a:xfrm flipH="1">
              <a:off x="1725853" y="2983306"/>
              <a:ext cx="171182" cy="295036"/>
            </a:xfrm>
            <a:custGeom>
              <a:rect b="b" l="l" r="r" t="t"/>
              <a:pathLst>
                <a:path extrusionOk="0" h="3921" w="2275">
                  <a:moveTo>
                    <a:pt x="1147" y="0"/>
                  </a:moveTo>
                  <a:cubicBezTo>
                    <a:pt x="1054" y="0"/>
                    <a:pt x="961" y="16"/>
                    <a:pt x="872" y="47"/>
                  </a:cubicBezTo>
                  <a:cubicBezTo>
                    <a:pt x="731" y="100"/>
                    <a:pt x="612" y="185"/>
                    <a:pt x="514" y="291"/>
                  </a:cubicBezTo>
                  <a:cubicBezTo>
                    <a:pt x="415" y="393"/>
                    <a:pt x="333" y="511"/>
                    <a:pt x="267" y="633"/>
                  </a:cubicBezTo>
                  <a:cubicBezTo>
                    <a:pt x="198" y="761"/>
                    <a:pt x="148" y="893"/>
                    <a:pt x="112" y="1031"/>
                  </a:cubicBezTo>
                  <a:cubicBezTo>
                    <a:pt x="73" y="1166"/>
                    <a:pt x="50" y="1301"/>
                    <a:pt x="33" y="1442"/>
                  </a:cubicBezTo>
                  <a:cubicBezTo>
                    <a:pt x="0" y="1722"/>
                    <a:pt x="0" y="1995"/>
                    <a:pt x="4" y="2272"/>
                  </a:cubicBezTo>
                  <a:cubicBezTo>
                    <a:pt x="4" y="2305"/>
                    <a:pt x="4" y="2347"/>
                    <a:pt x="17" y="2387"/>
                  </a:cubicBezTo>
                  <a:cubicBezTo>
                    <a:pt x="30" y="2433"/>
                    <a:pt x="56" y="2476"/>
                    <a:pt x="96" y="2502"/>
                  </a:cubicBezTo>
                  <a:cubicBezTo>
                    <a:pt x="129" y="2532"/>
                    <a:pt x="165" y="2542"/>
                    <a:pt x="195" y="2558"/>
                  </a:cubicBezTo>
                  <a:lnTo>
                    <a:pt x="287" y="2604"/>
                  </a:lnTo>
                  <a:cubicBezTo>
                    <a:pt x="412" y="2667"/>
                    <a:pt x="533" y="2723"/>
                    <a:pt x="659" y="2782"/>
                  </a:cubicBezTo>
                  <a:lnTo>
                    <a:pt x="843" y="2867"/>
                  </a:lnTo>
                  <a:cubicBezTo>
                    <a:pt x="905" y="2897"/>
                    <a:pt x="961" y="2930"/>
                    <a:pt x="1004" y="2969"/>
                  </a:cubicBezTo>
                  <a:cubicBezTo>
                    <a:pt x="1050" y="3012"/>
                    <a:pt x="1070" y="3065"/>
                    <a:pt x="1057" y="3124"/>
                  </a:cubicBezTo>
                  <a:cubicBezTo>
                    <a:pt x="1050" y="3180"/>
                    <a:pt x="1017" y="3242"/>
                    <a:pt x="988" y="3305"/>
                  </a:cubicBezTo>
                  <a:cubicBezTo>
                    <a:pt x="928" y="3423"/>
                    <a:pt x="853" y="3539"/>
                    <a:pt x="764" y="3641"/>
                  </a:cubicBezTo>
                  <a:cubicBezTo>
                    <a:pt x="675" y="3746"/>
                    <a:pt x="576" y="3838"/>
                    <a:pt x="464" y="3920"/>
                  </a:cubicBezTo>
                  <a:cubicBezTo>
                    <a:pt x="698" y="3782"/>
                    <a:pt x="902" y="3575"/>
                    <a:pt x="1040" y="3335"/>
                  </a:cubicBezTo>
                  <a:cubicBezTo>
                    <a:pt x="1073" y="3272"/>
                    <a:pt x="1106" y="3210"/>
                    <a:pt x="1126" y="3137"/>
                  </a:cubicBezTo>
                  <a:cubicBezTo>
                    <a:pt x="1136" y="3098"/>
                    <a:pt x="1136" y="3058"/>
                    <a:pt x="1122" y="3015"/>
                  </a:cubicBezTo>
                  <a:cubicBezTo>
                    <a:pt x="1109" y="2976"/>
                    <a:pt x="1086" y="2943"/>
                    <a:pt x="1060" y="2913"/>
                  </a:cubicBezTo>
                  <a:cubicBezTo>
                    <a:pt x="1007" y="2857"/>
                    <a:pt x="942" y="2818"/>
                    <a:pt x="879" y="2785"/>
                  </a:cubicBezTo>
                  <a:lnTo>
                    <a:pt x="695" y="2693"/>
                  </a:lnTo>
                  <a:cubicBezTo>
                    <a:pt x="573" y="2627"/>
                    <a:pt x="451" y="2565"/>
                    <a:pt x="329" y="2502"/>
                  </a:cubicBezTo>
                  <a:lnTo>
                    <a:pt x="237" y="2456"/>
                  </a:lnTo>
                  <a:cubicBezTo>
                    <a:pt x="204" y="2440"/>
                    <a:pt x="181" y="2430"/>
                    <a:pt x="162" y="2413"/>
                  </a:cubicBezTo>
                  <a:cubicBezTo>
                    <a:pt x="145" y="2397"/>
                    <a:pt x="135" y="2384"/>
                    <a:pt x="129" y="2357"/>
                  </a:cubicBezTo>
                  <a:cubicBezTo>
                    <a:pt x="119" y="2338"/>
                    <a:pt x="119" y="2305"/>
                    <a:pt x="119" y="2272"/>
                  </a:cubicBezTo>
                  <a:cubicBezTo>
                    <a:pt x="119" y="1995"/>
                    <a:pt x="119" y="1725"/>
                    <a:pt x="152" y="1459"/>
                  </a:cubicBezTo>
                  <a:cubicBezTo>
                    <a:pt x="168" y="1327"/>
                    <a:pt x="195" y="1189"/>
                    <a:pt x="227" y="1064"/>
                  </a:cubicBezTo>
                  <a:cubicBezTo>
                    <a:pt x="264" y="936"/>
                    <a:pt x="310" y="811"/>
                    <a:pt x="369" y="692"/>
                  </a:cubicBezTo>
                  <a:cubicBezTo>
                    <a:pt x="491" y="459"/>
                    <a:pt x="665" y="241"/>
                    <a:pt x="905" y="143"/>
                  </a:cubicBezTo>
                  <a:cubicBezTo>
                    <a:pt x="992" y="107"/>
                    <a:pt x="1085" y="90"/>
                    <a:pt x="1181" y="90"/>
                  </a:cubicBezTo>
                  <a:cubicBezTo>
                    <a:pt x="1216" y="90"/>
                    <a:pt x="1252" y="92"/>
                    <a:pt x="1287" y="97"/>
                  </a:cubicBezTo>
                  <a:cubicBezTo>
                    <a:pt x="1415" y="113"/>
                    <a:pt x="1544" y="159"/>
                    <a:pt x="1662" y="218"/>
                  </a:cubicBezTo>
                  <a:cubicBezTo>
                    <a:pt x="1777" y="281"/>
                    <a:pt x="1889" y="366"/>
                    <a:pt x="1988" y="459"/>
                  </a:cubicBezTo>
                  <a:cubicBezTo>
                    <a:pt x="2090" y="554"/>
                    <a:pt x="2179" y="653"/>
                    <a:pt x="2274" y="755"/>
                  </a:cubicBezTo>
                  <a:cubicBezTo>
                    <a:pt x="2189" y="643"/>
                    <a:pt x="2106" y="538"/>
                    <a:pt x="2014" y="432"/>
                  </a:cubicBezTo>
                  <a:cubicBezTo>
                    <a:pt x="1916" y="334"/>
                    <a:pt x="1814" y="241"/>
                    <a:pt x="1695" y="166"/>
                  </a:cubicBezTo>
                  <a:cubicBezTo>
                    <a:pt x="1577" y="93"/>
                    <a:pt x="1438" y="37"/>
                    <a:pt x="1300" y="14"/>
                  </a:cubicBezTo>
                  <a:cubicBezTo>
                    <a:pt x="1250" y="5"/>
                    <a:pt x="119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49"/>
            <p:cNvSpPr/>
            <p:nvPr/>
          </p:nvSpPr>
          <p:spPr>
            <a:xfrm flipH="1">
              <a:off x="2296468" y="3517993"/>
              <a:ext cx="297218" cy="108202"/>
            </a:xfrm>
            <a:custGeom>
              <a:rect b="b" l="l" r="r" t="t"/>
              <a:pathLst>
                <a:path extrusionOk="0" h="1438" w="3950">
                  <a:moveTo>
                    <a:pt x="2703" y="1"/>
                  </a:moveTo>
                  <a:cubicBezTo>
                    <a:pt x="2580" y="1"/>
                    <a:pt x="2457" y="11"/>
                    <a:pt x="2337" y="32"/>
                  </a:cubicBezTo>
                  <a:cubicBezTo>
                    <a:pt x="2150" y="65"/>
                    <a:pt x="1969" y="111"/>
                    <a:pt x="1791" y="174"/>
                  </a:cubicBezTo>
                  <a:cubicBezTo>
                    <a:pt x="1436" y="292"/>
                    <a:pt x="1107" y="473"/>
                    <a:pt x="807" y="687"/>
                  </a:cubicBezTo>
                  <a:cubicBezTo>
                    <a:pt x="511" y="904"/>
                    <a:pt x="241" y="1161"/>
                    <a:pt x="1" y="1434"/>
                  </a:cubicBezTo>
                  <a:lnTo>
                    <a:pt x="17" y="1437"/>
                  </a:lnTo>
                  <a:cubicBezTo>
                    <a:pt x="281" y="1187"/>
                    <a:pt x="560" y="954"/>
                    <a:pt x="870" y="766"/>
                  </a:cubicBezTo>
                  <a:cubicBezTo>
                    <a:pt x="1172" y="572"/>
                    <a:pt x="1501" y="417"/>
                    <a:pt x="1844" y="322"/>
                  </a:cubicBezTo>
                  <a:cubicBezTo>
                    <a:pt x="2018" y="276"/>
                    <a:pt x="2189" y="243"/>
                    <a:pt x="2367" y="226"/>
                  </a:cubicBezTo>
                  <a:cubicBezTo>
                    <a:pt x="2516" y="212"/>
                    <a:pt x="2670" y="203"/>
                    <a:pt x="2825" y="203"/>
                  </a:cubicBezTo>
                  <a:cubicBezTo>
                    <a:pt x="2847" y="203"/>
                    <a:pt x="2870" y="203"/>
                    <a:pt x="2893" y="203"/>
                  </a:cubicBezTo>
                  <a:lnTo>
                    <a:pt x="3025" y="210"/>
                  </a:lnTo>
                  <a:lnTo>
                    <a:pt x="3157" y="223"/>
                  </a:lnTo>
                  <a:lnTo>
                    <a:pt x="3288" y="240"/>
                  </a:lnTo>
                  <a:cubicBezTo>
                    <a:pt x="3334" y="246"/>
                    <a:pt x="3374" y="249"/>
                    <a:pt x="3420" y="259"/>
                  </a:cubicBezTo>
                  <a:cubicBezTo>
                    <a:pt x="3591" y="292"/>
                    <a:pt x="3769" y="338"/>
                    <a:pt x="3943" y="394"/>
                  </a:cubicBezTo>
                  <a:lnTo>
                    <a:pt x="3950" y="378"/>
                  </a:lnTo>
                  <a:cubicBezTo>
                    <a:pt x="3802" y="266"/>
                    <a:pt x="3631" y="184"/>
                    <a:pt x="3453" y="124"/>
                  </a:cubicBezTo>
                  <a:cubicBezTo>
                    <a:pt x="3407" y="111"/>
                    <a:pt x="3361" y="95"/>
                    <a:pt x="3315" y="82"/>
                  </a:cubicBezTo>
                  <a:lnTo>
                    <a:pt x="3180" y="49"/>
                  </a:lnTo>
                  <a:cubicBezTo>
                    <a:pt x="3137" y="39"/>
                    <a:pt x="3088" y="32"/>
                    <a:pt x="3041" y="26"/>
                  </a:cubicBezTo>
                  <a:lnTo>
                    <a:pt x="2900" y="9"/>
                  </a:lnTo>
                  <a:cubicBezTo>
                    <a:pt x="2835" y="4"/>
                    <a:pt x="2769" y="1"/>
                    <a:pt x="2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3" name="Google Shape;1293;p49"/>
            <p:cNvGrpSpPr/>
            <p:nvPr/>
          </p:nvGrpSpPr>
          <p:grpSpPr>
            <a:xfrm rot="519047">
              <a:off x="2340084" y="3007602"/>
              <a:ext cx="514139" cy="220681"/>
              <a:chOff x="5642150" y="1106400"/>
              <a:chExt cx="170825" cy="73325"/>
            </a:xfrm>
          </p:grpSpPr>
          <p:sp>
            <p:nvSpPr>
              <p:cNvPr id="1294" name="Google Shape;1294;p49"/>
              <p:cNvSpPr/>
              <p:nvPr/>
            </p:nvSpPr>
            <p:spPr>
              <a:xfrm>
                <a:off x="5642150" y="1120050"/>
                <a:ext cx="38300" cy="38275"/>
              </a:xfrm>
              <a:custGeom>
                <a:rect b="b" l="l" r="r" t="t"/>
                <a:pathLst>
                  <a:path extrusionOk="0" h="1531" w="1532">
                    <a:moveTo>
                      <a:pt x="764" y="1"/>
                    </a:moveTo>
                    <a:cubicBezTo>
                      <a:pt x="343" y="1"/>
                      <a:pt x="1" y="343"/>
                      <a:pt x="1" y="767"/>
                    </a:cubicBezTo>
                    <a:cubicBezTo>
                      <a:pt x="1" y="1189"/>
                      <a:pt x="343" y="1531"/>
                      <a:pt x="764" y="1531"/>
                    </a:cubicBezTo>
                    <a:cubicBezTo>
                      <a:pt x="1189" y="1531"/>
                      <a:pt x="1531" y="1189"/>
                      <a:pt x="1531" y="767"/>
                    </a:cubicBezTo>
                    <a:cubicBezTo>
                      <a:pt x="1531" y="343"/>
                      <a:pt x="1189" y="1"/>
                      <a:pt x="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49"/>
              <p:cNvSpPr/>
              <p:nvPr/>
            </p:nvSpPr>
            <p:spPr>
              <a:xfrm>
                <a:off x="5643975" y="1106400"/>
                <a:ext cx="42550" cy="18200"/>
              </a:xfrm>
              <a:custGeom>
                <a:rect b="b" l="l" r="r" t="t"/>
                <a:pathLst>
                  <a:path extrusionOk="0" h="728" w="1702">
                    <a:moveTo>
                      <a:pt x="1031" y="0"/>
                    </a:moveTo>
                    <a:cubicBezTo>
                      <a:pt x="941" y="0"/>
                      <a:pt x="851" y="13"/>
                      <a:pt x="764" y="40"/>
                    </a:cubicBezTo>
                    <a:cubicBezTo>
                      <a:pt x="589" y="96"/>
                      <a:pt x="438" y="195"/>
                      <a:pt x="310" y="313"/>
                    </a:cubicBezTo>
                    <a:cubicBezTo>
                      <a:pt x="181" y="432"/>
                      <a:pt x="79" y="576"/>
                      <a:pt x="0" y="728"/>
                    </a:cubicBezTo>
                    <a:cubicBezTo>
                      <a:pt x="109" y="593"/>
                      <a:pt x="221" y="464"/>
                      <a:pt x="352" y="362"/>
                    </a:cubicBezTo>
                    <a:cubicBezTo>
                      <a:pt x="477" y="254"/>
                      <a:pt x="625" y="168"/>
                      <a:pt x="783" y="119"/>
                    </a:cubicBezTo>
                    <a:cubicBezTo>
                      <a:pt x="873" y="90"/>
                      <a:pt x="968" y="76"/>
                      <a:pt x="1065" y="76"/>
                    </a:cubicBezTo>
                    <a:cubicBezTo>
                      <a:pt x="1135" y="76"/>
                      <a:pt x="1206" y="84"/>
                      <a:pt x="1274" y="99"/>
                    </a:cubicBezTo>
                    <a:cubicBezTo>
                      <a:pt x="1432" y="132"/>
                      <a:pt x="1590" y="214"/>
                      <a:pt x="1702" y="346"/>
                    </a:cubicBezTo>
                    <a:cubicBezTo>
                      <a:pt x="1613" y="191"/>
                      <a:pt x="1458" y="86"/>
                      <a:pt x="1290" y="37"/>
                    </a:cubicBezTo>
                    <a:cubicBezTo>
                      <a:pt x="1206" y="12"/>
                      <a:pt x="1119" y="0"/>
                      <a:pt x="10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49"/>
              <p:cNvSpPr/>
              <p:nvPr/>
            </p:nvSpPr>
            <p:spPr>
              <a:xfrm>
                <a:off x="5768600" y="1141350"/>
                <a:ext cx="38275" cy="38375"/>
              </a:xfrm>
              <a:custGeom>
                <a:rect b="b" l="l" r="r" t="t"/>
                <a:pathLst>
                  <a:path extrusionOk="0" h="1535" w="1531">
                    <a:moveTo>
                      <a:pt x="767" y="1"/>
                    </a:moveTo>
                    <a:cubicBezTo>
                      <a:pt x="346" y="1"/>
                      <a:pt x="1" y="346"/>
                      <a:pt x="1" y="768"/>
                    </a:cubicBezTo>
                    <a:cubicBezTo>
                      <a:pt x="1" y="1192"/>
                      <a:pt x="346" y="1534"/>
                      <a:pt x="767" y="1534"/>
                    </a:cubicBezTo>
                    <a:cubicBezTo>
                      <a:pt x="1185" y="1534"/>
                      <a:pt x="1531" y="1192"/>
                      <a:pt x="1531" y="768"/>
                    </a:cubicBezTo>
                    <a:cubicBezTo>
                      <a:pt x="1531" y="346"/>
                      <a:pt x="1185" y="1"/>
                      <a:pt x="7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49"/>
              <p:cNvSpPr/>
              <p:nvPr/>
            </p:nvSpPr>
            <p:spPr>
              <a:xfrm>
                <a:off x="5770500" y="1127875"/>
                <a:ext cx="42475" cy="18200"/>
              </a:xfrm>
              <a:custGeom>
                <a:rect b="b" l="l" r="r" t="t"/>
                <a:pathLst>
                  <a:path extrusionOk="0" h="728" w="1699">
                    <a:moveTo>
                      <a:pt x="1035" y="0"/>
                    </a:moveTo>
                    <a:cubicBezTo>
                      <a:pt x="943" y="0"/>
                      <a:pt x="850" y="14"/>
                      <a:pt x="760" y="43"/>
                    </a:cubicBezTo>
                    <a:cubicBezTo>
                      <a:pt x="589" y="96"/>
                      <a:pt x="435" y="194"/>
                      <a:pt x="310" y="313"/>
                    </a:cubicBezTo>
                    <a:cubicBezTo>
                      <a:pt x="181" y="431"/>
                      <a:pt x="76" y="576"/>
                      <a:pt x="0" y="728"/>
                    </a:cubicBezTo>
                    <a:cubicBezTo>
                      <a:pt x="106" y="593"/>
                      <a:pt x="221" y="464"/>
                      <a:pt x="349" y="362"/>
                    </a:cubicBezTo>
                    <a:cubicBezTo>
                      <a:pt x="477" y="254"/>
                      <a:pt x="626" y="168"/>
                      <a:pt x="780" y="119"/>
                    </a:cubicBezTo>
                    <a:cubicBezTo>
                      <a:pt x="871" y="90"/>
                      <a:pt x="967" y="76"/>
                      <a:pt x="1062" y="76"/>
                    </a:cubicBezTo>
                    <a:cubicBezTo>
                      <a:pt x="1132" y="76"/>
                      <a:pt x="1202" y="84"/>
                      <a:pt x="1271" y="99"/>
                    </a:cubicBezTo>
                    <a:cubicBezTo>
                      <a:pt x="1432" y="132"/>
                      <a:pt x="1586" y="214"/>
                      <a:pt x="1698" y="346"/>
                    </a:cubicBezTo>
                    <a:cubicBezTo>
                      <a:pt x="1613" y="194"/>
                      <a:pt x="1455" y="86"/>
                      <a:pt x="1287" y="36"/>
                    </a:cubicBezTo>
                    <a:cubicBezTo>
                      <a:pt x="1206" y="13"/>
                      <a:pt x="1121" y="0"/>
                      <a:pt x="10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98" name="Google Shape;1298;p49"/>
          <p:cNvSpPr/>
          <p:nvPr/>
        </p:nvSpPr>
        <p:spPr>
          <a:xfrm rot="6684325">
            <a:off x="1500447" y="1301209"/>
            <a:ext cx="649952" cy="723410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49"/>
          <p:cNvSpPr/>
          <p:nvPr/>
        </p:nvSpPr>
        <p:spPr>
          <a:xfrm rot="2700429">
            <a:off x="2998453" y="1697037"/>
            <a:ext cx="450085" cy="500962"/>
          </a:xfrm>
          <a:custGeom>
            <a:rect b="b" l="l" r="r" t="t"/>
            <a:pathLst>
              <a:path extrusionOk="0" h="5442" w="5299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50"/>
          <p:cNvSpPr txBox="1"/>
          <p:nvPr>
            <p:ph type="title"/>
          </p:nvPr>
        </p:nvSpPr>
        <p:spPr>
          <a:xfrm>
            <a:off x="1533000" y="1789500"/>
            <a:ext cx="60780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r>
              <a:rPr lang="en"/>
              <a:t> </a:t>
            </a:r>
            <a:r>
              <a:rPr lang="en">
                <a:solidFill>
                  <a:schemeClr val="lt1"/>
                </a:solidFill>
              </a:rPr>
              <a:t>You!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eatment-Resistant Depression Breakthrough by Slidesgo">
  <a:themeElements>
    <a:clrScheme name="Simple Light">
      <a:dk1>
        <a:srgbClr val="395AC3"/>
      </a:dk1>
      <a:lt1>
        <a:srgbClr val="0C0A33"/>
      </a:lt1>
      <a:dk2>
        <a:srgbClr val="FFEDE9"/>
      </a:dk2>
      <a:lt2>
        <a:srgbClr val="B3CEFF"/>
      </a:lt2>
      <a:accent1>
        <a:srgbClr val="4C93F8"/>
      </a:accent1>
      <a:accent2>
        <a:srgbClr val="002E58"/>
      </a:accent2>
      <a:accent3>
        <a:srgbClr val="FF707C"/>
      </a:accent3>
      <a:accent4>
        <a:srgbClr val="FF959F"/>
      </a:accent4>
      <a:accent5>
        <a:srgbClr val="FF9566"/>
      </a:accent5>
      <a:accent6>
        <a:srgbClr val="FFFFFF"/>
      </a:accent6>
      <a:hlink>
        <a:srgbClr val="0C0A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